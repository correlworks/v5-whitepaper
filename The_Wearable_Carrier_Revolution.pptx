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33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1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3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1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811" y="3574785"/>
            <a:ext cx="2318119" cy="35234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8489" y="3983301"/>
            <a:ext cx="1069901" cy="31404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7344" y="4034366"/>
            <a:ext cx="1222744" cy="308940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09930" y="4200325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909930" y="5438641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725700" y="6651425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177709" y="7072707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 h="0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3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33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7383" y="0"/>
            <a:ext cx="12431232" cy="60514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8778" y="753533"/>
            <a:ext cx="15837643" cy="2693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33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111" y="2548620"/>
            <a:ext cx="7635240" cy="206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1312D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hyperlink" Target="http://www.cozywearable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4047" y="281119"/>
            <a:ext cx="560424" cy="1276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427" y="2196042"/>
            <a:ext cx="713267" cy="7915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6959" y="2196042"/>
            <a:ext cx="2216223" cy="8170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83395" y="613039"/>
            <a:ext cx="12992100" cy="9090025"/>
            <a:chOff x="4483395" y="613039"/>
            <a:chExt cx="12992100" cy="90900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3395" y="2196042"/>
              <a:ext cx="738741" cy="8170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7610" y="2196042"/>
              <a:ext cx="1477482" cy="8170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8034" y="613039"/>
              <a:ext cx="11667164" cy="908949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35727" y="868428"/>
            <a:ext cx="8882380" cy="9906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300" spc="-315">
                <a:solidFill>
                  <a:srgbClr val="383634"/>
                </a:solidFill>
              </a:rPr>
              <a:t>엄마와</a:t>
            </a:r>
            <a:r>
              <a:rPr dirty="0" sz="6300" spc="-830">
                <a:solidFill>
                  <a:srgbClr val="383634"/>
                </a:solidFill>
              </a:rPr>
              <a:t> </a:t>
            </a:r>
            <a:r>
              <a:rPr dirty="0" sz="6300" spc="-380">
                <a:solidFill>
                  <a:srgbClr val="383634"/>
                </a:solidFill>
              </a:rPr>
              <a:t>아빠의</a:t>
            </a:r>
            <a:r>
              <a:rPr dirty="0" sz="6300" spc="-135">
                <a:solidFill>
                  <a:srgbClr val="383634"/>
                </a:solidFill>
              </a:rPr>
              <a:t> </a:t>
            </a:r>
            <a:r>
              <a:rPr dirty="0" sz="6300" spc="-315">
                <a:solidFill>
                  <a:srgbClr val="383634"/>
                </a:solidFill>
              </a:rPr>
              <a:t>허리를</a:t>
            </a:r>
            <a:r>
              <a:rPr dirty="0" sz="6300" spc="-640">
                <a:solidFill>
                  <a:srgbClr val="383634"/>
                </a:solidFill>
              </a:rPr>
              <a:t> </a:t>
            </a:r>
            <a:r>
              <a:rPr dirty="0" sz="6300" spc="-70">
                <a:solidFill>
                  <a:srgbClr val="383634"/>
                </a:solidFill>
              </a:rPr>
              <a:t>위한</a:t>
            </a:r>
            <a:endParaRPr sz="6300"/>
          </a:p>
        </p:txBody>
      </p:sp>
      <p:sp>
        <p:nvSpPr>
          <p:cNvPr id="10" name="object 10"/>
          <p:cNvSpPr txBox="1"/>
          <p:nvPr/>
        </p:nvSpPr>
        <p:spPr>
          <a:xfrm>
            <a:off x="953777" y="3881238"/>
            <a:ext cx="4690745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05">
                <a:solidFill>
                  <a:srgbClr val="383634"/>
                </a:solidFill>
                <a:latin typeface="Arial Unicode MS"/>
                <a:cs typeface="Arial Unicode MS"/>
              </a:rPr>
              <a:t>신개념 </a:t>
            </a:r>
            <a:r>
              <a:rPr dirty="0" sz="3000" spc="-95">
                <a:solidFill>
                  <a:srgbClr val="383634"/>
                </a:solidFill>
                <a:latin typeface="Arial Unicode MS"/>
                <a:cs typeface="Arial Unicode MS"/>
              </a:rPr>
              <a:t>코지</a:t>
            </a:r>
            <a:r>
              <a:rPr dirty="0" sz="3000" spc="10">
                <a:solidFill>
                  <a:srgbClr val="383634"/>
                </a:solidFill>
                <a:latin typeface="Arial Unicode MS"/>
                <a:cs typeface="Arial Unicode MS"/>
              </a:rPr>
              <a:t> </a:t>
            </a:r>
            <a:r>
              <a:rPr dirty="0" sz="2850">
                <a:solidFill>
                  <a:srgbClr val="383634"/>
                </a:solidFill>
                <a:latin typeface="Arial Unicode MS"/>
                <a:cs typeface="Arial Unicode MS"/>
              </a:rPr>
              <a:t>웨어러블</a:t>
            </a:r>
            <a:r>
              <a:rPr dirty="0" sz="2850" spc="-280">
                <a:solidFill>
                  <a:srgbClr val="383634"/>
                </a:solidFill>
                <a:latin typeface="Arial Unicode MS"/>
                <a:cs typeface="Arial Unicode MS"/>
              </a:rPr>
              <a:t> </a:t>
            </a:r>
            <a:r>
              <a:rPr dirty="0" sz="3000" spc="-75">
                <a:solidFill>
                  <a:srgbClr val="383634"/>
                </a:solidFill>
                <a:latin typeface="Arial Unicode MS"/>
                <a:cs typeface="Arial Unicode MS"/>
              </a:rPr>
              <a:t>아기띠</a:t>
            </a:r>
            <a:endParaRPr sz="30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0276" y="4353587"/>
            <a:ext cx="1238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797E34"/>
                </a:solidFill>
                <a:latin typeface="Arial Unicode MS"/>
                <a:cs typeface="Arial Unicode MS"/>
              </a:rPr>
              <a:t>禮</a:t>
            </a:r>
            <a:endParaRPr sz="8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1570" y="6677025"/>
            <a:ext cx="857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solidFill>
                  <a:srgbClr val="693F26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1983" y="7405212"/>
            <a:ext cx="281940" cy="67945"/>
          </a:xfrm>
          <a:prstGeom prst="rect">
            <a:avLst/>
          </a:prstGeom>
        </p:spPr>
        <p:txBody>
          <a:bodyPr wrap="square" lIns="0" tIns="26034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500" spc="-50">
                <a:solidFill>
                  <a:srgbClr val="805B41"/>
                </a:solidFill>
                <a:latin typeface="Arial Unicode MS"/>
                <a:cs typeface="Arial Unicode MS"/>
              </a:rPr>
              <a:t>‘</a:t>
            </a:r>
            <a:endParaRPr sz="1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56918" y="8381305"/>
            <a:ext cx="1823085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50" spc="75">
                <a:solidFill>
                  <a:srgbClr val="494B4B"/>
                </a:solidFill>
                <a:latin typeface="Times New Roman"/>
                <a:cs typeface="Times New Roman"/>
              </a:rPr>
              <a:t>[Brand</a:t>
            </a:r>
            <a:r>
              <a:rPr dirty="0" sz="3250" spc="215">
                <a:solidFill>
                  <a:srgbClr val="494B4B"/>
                </a:solidFill>
                <a:latin typeface="Times New Roman"/>
                <a:cs typeface="Times New Roman"/>
              </a:rPr>
              <a:t> </a:t>
            </a:r>
            <a:r>
              <a:rPr dirty="0" sz="3250" spc="-25">
                <a:solidFill>
                  <a:srgbClr val="383634"/>
                </a:solidFill>
                <a:latin typeface="Times New Roman"/>
                <a:cs typeface="Times New Roman"/>
              </a:rPr>
              <a:t>Lo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47986" y="9396214"/>
            <a:ext cx="12915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282826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282826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282826"/>
                </a:solidFill>
                <a:latin typeface="Arial"/>
                <a:cs typeface="Arial"/>
              </a:rPr>
              <a:t>No</a:t>
            </a:r>
            <a:r>
              <a:rPr dirty="0" sz="1400" spc="-10">
                <a:solidFill>
                  <a:srgbClr val="282826"/>
                </a:solidFill>
                <a:latin typeface="Arial Unicode MS"/>
                <a:cs typeface="Arial Unicode MS"/>
              </a:rPr>
              <a:t>t</a:t>
            </a:r>
            <a:r>
              <a:rPr dirty="0" sz="1400" spc="-10">
                <a:solidFill>
                  <a:srgbClr val="282826"/>
                </a:solidFill>
                <a:latin typeface="Times New Roman"/>
                <a:cs typeface="Times New Roman"/>
              </a:rPr>
              <a:t>ebookU</a:t>
            </a:r>
            <a:r>
              <a:rPr dirty="0" sz="1050" spc="-10">
                <a:solidFill>
                  <a:srgbClr val="282826"/>
                </a:solidFill>
                <a:latin typeface="Arial Unicode MS"/>
                <a:cs typeface="Arial Unicode MS"/>
              </a:rPr>
              <a:t>미</a:t>
            </a:r>
            <a:endParaRPr sz="10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7526" y="868362"/>
            <a:ext cx="7845941" cy="794054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869"/>
              </a:spcBef>
            </a:pPr>
            <a:r>
              <a:rPr dirty="0" spc="45"/>
              <a:t>왜아기띠는편안하면서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6150" spc="-10"/>
              <a:t>안전할수없을까요?</a:t>
            </a:r>
            <a:endParaRPr sz="6150"/>
          </a:p>
        </p:txBody>
      </p:sp>
      <p:sp>
        <p:nvSpPr>
          <p:cNvPr id="4" name="object 4"/>
          <p:cNvSpPr txBox="1"/>
          <p:nvPr/>
        </p:nvSpPr>
        <p:spPr>
          <a:xfrm>
            <a:off x="952062" y="5029304"/>
            <a:ext cx="5083175" cy="21672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50" spc="-375">
                <a:solidFill>
                  <a:srgbClr val="31312D"/>
                </a:solidFill>
                <a:latin typeface="Arial Unicode MS"/>
                <a:cs typeface="Arial Unicode MS"/>
              </a:rPr>
              <a:t>부모의</a:t>
            </a:r>
            <a:r>
              <a:rPr dirty="0" sz="2850" spc="11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15">
                <a:solidFill>
                  <a:srgbClr val="31312D"/>
                </a:solidFill>
                <a:latin typeface="Arial Unicode MS"/>
                <a:cs typeface="Arial Unicode MS"/>
              </a:rPr>
              <a:t>편안함과</a:t>
            </a:r>
            <a:r>
              <a:rPr dirty="0" sz="2850" spc="-24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45">
                <a:solidFill>
                  <a:srgbClr val="31312D"/>
                </a:solidFill>
                <a:latin typeface="Arial Unicode MS"/>
                <a:cs typeface="Arial Unicode MS"/>
              </a:rPr>
              <a:t>아이의</a:t>
            </a:r>
            <a:r>
              <a:rPr dirty="0" sz="2850" spc="-9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25">
                <a:solidFill>
                  <a:srgbClr val="31312D"/>
                </a:solidFill>
                <a:latin typeface="Arial Unicode MS"/>
                <a:cs typeface="Arial Unicode MS"/>
              </a:rPr>
              <a:t>안전,</a:t>
            </a:r>
            <a:endParaRPr sz="2850">
              <a:latin typeface="Arial Unicode MS"/>
              <a:cs typeface="Arial Unicode MS"/>
            </a:endParaRPr>
          </a:p>
          <a:p>
            <a:pPr marL="12700" marR="5080">
              <a:lnSpc>
                <a:spcPct val="113199"/>
              </a:lnSpc>
              <a:spcBef>
                <a:spcPts val="234"/>
              </a:spcBef>
            </a:pPr>
            <a:r>
              <a:rPr dirty="0" sz="2850" spc="55">
                <a:solidFill>
                  <a:srgbClr val="31312D"/>
                </a:solidFill>
                <a:latin typeface="Arial Unicode MS"/>
                <a:cs typeface="Arial Unicode MS"/>
              </a:rPr>
              <a:t>둘</a:t>
            </a:r>
            <a:r>
              <a:rPr dirty="0" sz="2850" spc="-40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950" spc="-145">
                <a:solidFill>
                  <a:srgbClr val="31312D"/>
                </a:solidFill>
                <a:latin typeface="Arial Unicode MS"/>
                <a:cs typeface="Arial Unicode MS"/>
              </a:rPr>
              <a:t>중</a:t>
            </a:r>
            <a:r>
              <a:rPr dirty="0" sz="2850" spc="-145">
                <a:solidFill>
                  <a:srgbClr val="31312D"/>
                </a:solidFill>
                <a:latin typeface="Arial Unicode MS"/>
                <a:cs typeface="Arial Unicode MS"/>
              </a:rPr>
              <a:t>하나는</a:t>
            </a:r>
            <a:r>
              <a:rPr dirty="0" sz="2850" spc="-17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45">
                <a:solidFill>
                  <a:srgbClr val="31312D"/>
                </a:solidFill>
                <a:latin typeface="Arial Unicode MS"/>
                <a:cs typeface="Arial Unicode MS"/>
              </a:rPr>
              <a:t>포기해야만</a:t>
            </a:r>
            <a:r>
              <a:rPr dirty="0" sz="2850" spc="-8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285">
                <a:solidFill>
                  <a:srgbClr val="31312D"/>
                </a:solidFill>
                <a:latin typeface="Arial Unicode MS"/>
                <a:cs typeface="Arial Unicode MS"/>
              </a:rPr>
              <a:t>했던</a:t>
            </a:r>
            <a:r>
              <a:rPr dirty="0" sz="2850" spc="-12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190">
                <a:solidFill>
                  <a:srgbClr val="31312D"/>
                </a:solidFill>
                <a:latin typeface="Arial Unicode MS"/>
                <a:cs typeface="Arial Unicode MS"/>
              </a:rPr>
              <a:t>경험. </a:t>
            </a:r>
            <a:r>
              <a:rPr dirty="0" sz="2850" spc="-260">
                <a:solidFill>
                  <a:srgbClr val="31312D"/>
                </a:solidFill>
                <a:latin typeface="Arial Unicode MS"/>
                <a:cs typeface="Arial Unicode MS"/>
              </a:rPr>
              <a:t>우리는</a:t>
            </a:r>
            <a:r>
              <a:rPr dirty="0" sz="2850" spc="-23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3400" spc="-750">
                <a:solidFill>
                  <a:srgbClr val="31312D"/>
                </a:solidFill>
                <a:latin typeface="Arial Unicode MS"/>
                <a:cs typeface="Arial Unicode MS"/>
              </a:rPr>
              <a:t>그</a:t>
            </a:r>
            <a:r>
              <a:rPr dirty="0" sz="3400" spc="-43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285">
                <a:solidFill>
                  <a:srgbClr val="31312D"/>
                </a:solidFill>
                <a:latin typeface="Arial Unicode MS"/>
                <a:cs typeface="Arial Unicode MS"/>
              </a:rPr>
              <a:t>불편한</a:t>
            </a:r>
            <a:r>
              <a:rPr dirty="0" sz="2850" spc="-18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45">
                <a:solidFill>
                  <a:srgbClr val="31312D"/>
                </a:solidFill>
                <a:latin typeface="Arial Unicode MS"/>
                <a:cs typeface="Arial Unicode MS"/>
              </a:rPr>
              <a:t>타협에</a:t>
            </a:r>
            <a:r>
              <a:rPr dirty="0" sz="2850" spc="-9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25">
                <a:solidFill>
                  <a:srgbClr val="31312D"/>
                </a:solidFill>
                <a:latin typeface="Arial Unicode MS"/>
                <a:cs typeface="Arial Unicode MS"/>
              </a:rPr>
              <a:t>대한 </a:t>
            </a:r>
            <a:r>
              <a:rPr dirty="0" sz="2850" spc="-345">
                <a:solidFill>
                  <a:srgbClr val="31312D"/>
                </a:solidFill>
                <a:latin typeface="Arial Unicode MS"/>
                <a:cs typeface="Arial Unicode MS"/>
              </a:rPr>
              <a:t>근본적인</a:t>
            </a:r>
            <a:r>
              <a:rPr dirty="0" sz="2850" spc="-1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45">
                <a:solidFill>
                  <a:srgbClr val="31312D"/>
                </a:solidFill>
                <a:latin typeface="Arial Unicode MS"/>
                <a:cs typeface="Arial Unicode MS"/>
              </a:rPr>
              <a:t>질문에서</a:t>
            </a:r>
            <a:r>
              <a:rPr dirty="0" sz="2850" spc="-15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2850" spc="-325">
                <a:solidFill>
                  <a:srgbClr val="31312D"/>
                </a:solidFill>
                <a:latin typeface="Arial Unicode MS"/>
                <a:cs typeface="Arial Unicode MS"/>
              </a:rPr>
              <a:t>시작했습니다.</a:t>
            </a:r>
            <a:endParaRPr sz="28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47986" y="9396214"/>
            <a:ext cx="12630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1387" y="3319462"/>
            <a:ext cx="1579378" cy="37787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6662" y="3293930"/>
            <a:ext cx="1248217" cy="38043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4061" y="3038607"/>
            <a:ext cx="1859589" cy="16595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89535" y="5336513"/>
            <a:ext cx="509476" cy="5617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59662" y="4417350"/>
            <a:ext cx="509476" cy="6638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99010" y="5234383"/>
            <a:ext cx="1961485" cy="204258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023652" y="4506712"/>
            <a:ext cx="93345" cy="0"/>
          </a:xfrm>
          <a:custGeom>
            <a:avLst/>
            <a:gdLst/>
            <a:ahLst/>
            <a:cxnLst/>
            <a:rect l="l" t="t" r="r" b="b"/>
            <a:pathLst>
              <a:path w="93345" h="0">
                <a:moveTo>
                  <a:pt x="0" y="0"/>
                </a:moveTo>
                <a:lnTo>
                  <a:pt x="9274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12116392" y="3783829"/>
            <a:ext cx="799465" cy="1294130"/>
            <a:chOff x="12116392" y="3783829"/>
            <a:chExt cx="799465" cy="1294130"/>
          </a:xfrm>
        </p:grpSpPr>
        <p:sp>
          <p:nvSpPr>
            <p:cNvPr id="10" name="object 10"/>
            <p:cNvSpPr/>
            <p:nvPr/>
          </p:nvSpPr>
          <p:spPr>
            <a:xfrm>
              <a:off x="12574921" y="4506712"/>
              <a:ext cx="340360" cy="0"/>
            </a:xfrm>
            <a:custGeom>
              <a:avLst/>
              <a:gdLst/>
              <a:ahLst/>
              <a:cxnLst/>
              <a:rect l="l" t="t" r="r" b="b"/>
              <a:pathLst>
                <a:path w="340359" h="0">
                  <a:moveTo>
                    <a:pt x="0" y="0"/>
                  </a:moveTo>
                  <a:lnTo>
                    <a:pt x="340315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116392" y="3783829"/>
              <a:ext cx="459105" cy="1294130"/>
            </a:xfrm>
            <a:custGeom>
              <a:avLst/>
              <a:gdLst/>
              <a:ahLst/>
              <a:cxnLst/>
              <a:rect l="l" t="t" r="r" b="b"/>
              <a:pathLst>
                <a:path w="459104" h="1294129">
                  <a:moveTo>
                    <a:pt x="458529" y="1293918"/>
                  </a:moveTo>
                  <a:lnTo>
                    <a:pt x="0" y="1293918"/>
                  </a:lnTo>
                  <a:lnTo>
                    <a:pt x="0" y="0"/>
                  </a:lnTo>
                  <a:lnTo>
                    <a:pt x="458529" y="0"/>
                  </a:lnTo>
                  <a:lnTo>
                    <a:pt x="458529" y="1293918"/>
                  </a:lnTo>
                  <a:close/>
                </a:path>
              </a:pathLst>
            </a:custGeom>
            <a:solidFill>
              <a:srgbClr val="F2F0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831222" y="753533"/>
            <a:ext cx="11804650" cy="74549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470">
                <a:solidFill>
                  <a:srgbClr val="383631"/>
                </a:solidFill>
              </a:rPr>
              <a:t>통증의</a:t>
            </a:r>
            <a:r>
              <a:rPr dirty="0" sz="4700" spc="-180">
                <a:solidFill>
                  <a:srgbClr val="383631"/>
                </a:solidFill>
              </a:rPr>
              <a:t> </a:t>
            </a:r>
            <a:r>
              <a:rPr dirty="0" sz="4700" spc="-190">
                <a:solidFill>
                  <a:srgbClr val="383631"/>
                </a:solidFill>
              </a:rPr>
              <a:t>원인:</a:t>
            </a:r>
            <a:r>
              <a:rPr dirty="0" sz="4700" spc="-585">
                <a:solidFill>
                  <a:srgbClr val="383631"/>
                </a:solidFill>
              </a:rPr>
              <a:t> </a:t>
            </a:r>
            <a:r>
              <a:rPr dirty="0" sz="4700" spc="-380">
                <a:solidFill>
                  <a:srgbClr val="383631"/>
                </a:solidFill>
              </a:rPr>
              <a:t>무게가</a:t>
            </a:r>
            <a:r>
              <a:rPr dirty="0" sz="4700" spc="-505">
                <a:solidFill>
                  <a:srgbClr val="383631"/>
                </a:solidFill>
              </a:rPr>
              <a:t> </a:t>
            </a:r>
            <a:r>
              <a:rPr dirty="0" sz="4700" spc="320">
                <a:solidFill>
                  <a:srgbClr val="383631"/>
                </a:solidFill>
              </a:rPr>
              <a:t>한</a:t>
            </a:r>
            <a:r>
              <a:rPr dirty="0" sz="4550" spc="-175">
                <a:solidFill>
                  <a:srgbClr val="383631"/>
                </a:solidFill>
              </a:rPr>
              <a:t>곳</a:t>
            </a:r>
            <a:r>
              <a:rPr dirty="0" sz="4550" spc="395">
                <a:solidFill>
                  <a:srgbClr val="383631"/>
                </a:solidFill>
              </a:rPr>
              <a:t>에</a:t>
            </a:r>
            <a:r>
              <a:rPr dirty="0" sz="4550" spc="-175">
                <a:solidFill>
                  <a:srgbClr val="383631"/>
                </a:solidFill>
              </a:rPr>
              <a:t>집중되기</a:t>
            </a:r>
            <a:r>
              <a:rPr dirty="0" sz="4550" spc="-225">
                <a:solidFill>
                  <a:srgbClr val="383631"/>
                </a:solidFill>
              </a:rPr>
              <a:t> </a:t>
            </a:r>
            <a:r>
              <a:rPr dirty="0" sz="4550" spc="-330">
                <a:solidFill>
                  <a:srgbClr val="383631"/>
                </a:solidFill>
              </a:rPr>
              <a:t>때문입니다</a:t>
            </a:r>
            <a:endParaRPr sz="4550"/>
          </a:p>
        </p:txBody>
      </p:sp>
      <p:sp>
        <p:nvSpPr>
          <p:cNvPr id="13" name="object 13"/>
          <p:cNvSpPr txBox="1"/>
          <p:nvPr/>
        </p:nvSpPr>
        <p:spPr>
          <a:xfrm>
            <a:off x="3849733" y="2176958"/>
            <a:ext cx="1060132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976745" algn="l"/>
              </a:tabLst>
            </a:pPr>
            <a:r>
              <a:rPr dirty="0" sz="3150" spc="-10">
                <a:solidFill>
                  <a:srgbClr val="383631"/>
                </a:solidFill>
                <a:latin typeface="Arial Unicode MS"/>
                <a:cs typeface="Arial Unicode MS"/>
              </a:rPr>
              <a:t>일반아기띠</a:t>
            </a:r>
            <a:r>
              <a:rPr dirty="0" sz="3150">
                <a:solidFill>
                  <a:srgbClr val="383631"/>
                </a:solidFill>
                <a:latin typeface="Arial Unicode MS"/>
                <a:cs typeface="Arial Unicode MS"/>
              </a:rPr>
              <a:t>	</a:t>
            </a:r>
            <a:r>
              <a:rPr dirty="0" sz="3150" spc="-10">
                <a:solidFill>
                  <a:srgbClr val="383631"/>
                </a:solidFill>
                <a:latin typeface="Arial Unicode MS"/>
                <a:cs typeface="Arial Unicode MS"/>
              </a:rPr>
              <a:t>코지웨어러블아기띠</a:t>
            </a:r>
            <a:endParaRPr sz="315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6577" y="4150869"/>
            <a:ext cx="1339215" cy="605790"/>
          </a:xfrm>
          <a:prstGeom prst="rect">
            <a:avLst/>
          </a:prstGeom>
        </p:spPr>
        <p:txBody>
          <a:bodyPr wrap="square" lIns="0" tIns="33020" rIns="0" bIns="0" rtlCol="0" vert="vert">
            <a:spAutoFit/>
          </a:bodyPr>
          <a:lstStyle/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dirty="0" sz="2250">
                <a:solidFill>
                  <a:srgbClr val="827972"/>
                </a:solidFill>
                <a:latin typeface="Arial Unicode MS"/>
                <a:cs typeface="Arial Unicode MS"/>
              </a:rPr>
              <a:t>_</a:t>
            </a:r>
            <a:r>
              <a:rPr dirty="0" sz="2250" spc="240">
                <a:solidFill>
                  <a:srgbClr val="827972"/>
                </a:solidFill>
                <a:latin typeface="Arial Unicode MS"/>
                <a:cs typeface="Arial Unicode MS"/>
              </a:rPr>
              <a:t> </a:t>
            </a:r>
            <a:r>
              <a:rPr dirty="0" sz="2250">
                <a:solidFill>
                  <a:srgbClr val="827972"/>
                </a:solidFill>
                <a:latin typeface="Arial Unicode MS"/>
                <a:cs typeface="Arial Unicode MS"/>
              </a:rPr>
              <a:t>\</a:t>
            </a:r>
            <a:r>
              <a:rPr dirty="0" sz="2250" spc="360">
                <a:solidFill>
                  <a:srgbClr val="827972"/>
                </a:solidFill>
                <a:latin typeface="Arial Unicode MS"/>
                <a:cs typeface="Arial Unicode MS"/>
              </a:rPr>
              <a:t> </a:t>
            </a:r>
            <a:r>
              <a:rPr dirty="0" sz="2250" spc="-50">
                <a:solidFill>
                  <a:srgbClr val="827972"/>
                </a:solidFill>
                <a:latin typeface="Arial Unicode MS"/>
                <a:cs typeface="Arial Unicode MS"/>
              </a:rPr>
              <a:t>`</a:t>
            </a:r>
            <a:endParaRPr sz="22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5200" spc="-50">
                <a:solidFill>
                  <a:srgbClr val="827972"/>
                </a:solidFill>
                <a:latin typeface="Arial Unicode MS"/>
                <a:cs typeface="Arial Unicode MS"/>
              </a:rPr>
              <a:t>)</a:t>
            </a:r>
            <a:endParaRPr sz="5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7645" y="3357826"/>
            <a:ext cx="631825" cy="151765"/>
          </a:xfrm>
          <a:prstGeom prst="rect">
            <a:avLst/>
          </a:prstGeom>
        </p:spPr>
        <p:txBody>
          <a:bodyPr wrap="square" lIns="0" tIns="4508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3550" spc="-50">
                <a:solidFill>
                  <a:srgbClr val="EB8282"/>
                </a:solidFill>
                <a:latin typeface="Arial Unicode MS"/>
                <a:cs typeface="Arial Unicode MS"/>
              </a:rPr>
              <a:t>/</a:t>
            </a:r>
            <a:endParaRPr sz="355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67645" y="3843469"/>
            <a:ext cx="631825" cy="290195"/>
          </a:xfrm>
          <a:prstGeom prst="rect">
            <a:avLst/>
          </a:prstGeom>
        </p:spPr>
        <p:txBody>
          <a:bodyPr wrap="square" lIns="0" tIns="4508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3550" spc="-50">
                <a:solidFill>
                  <a:srgbClr val="EB8282"/>
                </a:solidFill>
                <a:latin typeface="Arial Unicode MS"/>
                <a:cs typeface="Arial Unicode MS"/>
              </a:rPr>
              <a:t>+</a:t>
            </a:r>
            <a:endParaRPr sz="35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03691" y="3842941"/>
            <a:ext cx="61277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2645">
                <a:solidFill>
                  <a:srgbClr val="C3C8BD"/>
                </a:solidFill>
                <a:latin typeface="Arial Unicode MS"/>
                <a:cs typeface="Arial Unicode MS"/>
              </a:rPr>
              <a:t>一</a:t>
            </a:r>
            <a:endParaRPr sz="7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27609" y="4296138"/>
            <a:ext cx="5588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285">
                <a:solidFill>
                  <a:srgbClr val="383631"/>
                </a:solidFill>
                <a:latin typeface="Arial Unicode MS"/>
                <a:cs typeface="Arial Unicode MS"/>
              </a:rPr>
              <a:t>어깨</a:t>
            </a:r>
            <a:endParaRPr sz="235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599575" y="4749073"/>
            <a:ext cx="674370" cy="267970"/>
          </a:xfrm>
          <a:prstGeom prst="rect">
            <a:avLst/>
          </a:prstGeom>
        </p:spPr>
        <p:txBody>
          <a:bodyPr wrap="square" lIns="0" tIns="4699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3800" spc="-50">
                <a:solidFill>
                  <a:srgbClr val="827972"/>
                </a:solidFill>
                <a:latin typeface="Arial Unicode MS"/>
                <a:cs typeface="Arial Unicode MS"/>
              </a:rPr>
              <a:t>J</a:t>
            </a:r>
            <a:endParaRPr sz="38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949945" y="5007085"/>
            <a:ext cx="382270" cy="530225"/>
          </a:xfrm>
          <a:custGeom>
            <a:avLst/>
            <a:gdLst/>
            <a:ahLst/>
            <a:cxnLst/>
            <a:rect l="l" t="t" r="r" b="b"/>
            <a:pathLst>
              <a:path w="382269" h="530225">
                <a:moveTo>
                  <a:pt x="382107" y="530147"/>
                </a:moveTo>
                <a:lnTo>
                  <a:pt x="0" y="530147"/>
                </a:lnTo>
                <a:lnTo>
                  <a:pt x="0" y="0"/>
                </a:lnTo>
                <a:lnTo>
                  <a:pt x="382107" y="0"/>
                </a:lnTo>
                <a:lnTo>
                  <a:pt x="382107" y="530147"/>
                </a:lnTo>
                <a:close/>
              </a:path>
            </a:pathLst>
          </a:custGeom>
          <a:solidFill>
            <a:srgbClr val="F2F0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937246" y="5023809"/>
            <a:ext cx="1917700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265">
                <a:solidFill>
                  <a:srgbClr val="C3C8BD"/>
                </a:solidFill>
                <a:latin typeface="Arial Unicode MS"/>
                <a:cs typeface="Arial Unicode MS"/>
              </a:rPr>
              <a:t>―</a:t>
            </a:r>
            <a:r>
              <a:rPr dirty="0" sz="2950" spc="265">
                <a:solidFill>
                  <a:srgbClr val="909E8E"/>
                </a:solidFill>
                <a:latin typeface="Arial Unicode MS"/>
                <a:cs typeface="Arial Unicode MS"/>
              </a:rPr>
              <a:t>무게분산</a:t>
            </a:r>
            <a:endParaRPr sz="295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31851" y="5834459"/>
            <a:ext cx="54673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130">
                <a:solidFill>
                  <a:srgbClr val="383631"/>
                </a:solidFill>
                <a:latin typeface="Arial Unicode MS"/>
                <a:cs typeface="Arial Unicode MS"/>
              </a:rPr>
              <a:t>히리</a:t>
            </a:r>
            <a:endParaRPr sz="22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75362" y="5825215"/>
            <a:ext cx="636905" cy="395605"/>
          </a:xfrm>
          <a:prstGeom prst="rect">
            <a:avLst/>
          </a:prstGeom>
          <a:solidFill>
            <a:srgbClr val="F2F0EB"/>
          </a:solidFill>
        </p:spPr>
        <p:txBody>
          <a:bodyPr wrap="square" lIns="0" tIns="234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dirty="0" sz="2200" spc="-50">
                <a:solidFill>
                  <a:srgbClr val="C3C8BD"/>
                </a:solidFill>
                <a:latin typeface="Arial Unicode MS"/>
                <a:cs typeface="Arial Unicode MS"/>
              </a:rPr>
              <a:t>:</a:t>
            </a:r>
            <a:endParaRPr sz="2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160753" y="5106607"/>
            <a:ext cx="325120" cy="32575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2350">
                <a:solidFill>
                  <a:srgbClr val="383631"/>
                </a:solidFill>
                <a:latin typeface="Arial Unicode MS"/>
                <a:cs typeface="Arial Unicode MS"/>
              </a:rPr>
              <a:t>등</a:t>
            </a:r>
            <a:endParaRPr sz="235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56829" y="7643422"/>
            <a:ext cx="4470400" cy="1327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1200"/>
              </a:lnSpc>
              <a:spcBef>
                <a:spcPts val="95"/>
              </a:spcBef>
            </a:pPr>
            <a:r>
              <a:rPr dirty="0" sz="2350" spc="-25">
                <a:solidFill>
                  <a:srgbClr val="262623"/>
                </a:solidFill>
                <a:latin typeface="Arial Unicode MS"/>
                <a:cs typeface="Arial Unicode MS"/>
              </a:rPr>
              <a:t>단순버클타입은하중을어깨와허리 </a:t>
            </a:r>
            <a:r>
              <a:rPr dirty="0" sz="2350" spc="-95">
                <a:solidFill>
                  <a:srgbClr val="383631"/>
                </a:solidFill>
                <a:latin typeface="Arial Unicode MS"/>
                <a:cs typeface="Arial Unicode MS"/>
              </a:rPr>
              <a:t>한</a:t>
            </a:r>
            <a:r>
              <a:rPr dirty="0" sz="2350" spc="-95">
                <a:solidFill>
                  <a:srgbClr val="262623"/>
                </a:solidFill>
                <a:latin typeface="Arial Unicode MS"/>
                <a:cs typeface="Arial Unicode MS"/>
              </a:rPr>
              <a:t>지점에</a:t>
            </a:r>
            <a:r>
              <a:rPr dirty="0" sz="2350" spc="-175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35">
                <a:solidFill>
                  <a:srgbClr val="262623"/>
                </a:solidFill>
                <a:latin typeface="Arial Unicode MS"/>
                <a:cs typeface="Arial Unicode MS"/>
              </a:rPr>
              <a:t>집중시켜</a:t>
            </a:r>
            <a:r>
              <a:rPr dirty="0" sz="235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195">
                <a:solidFill>
                  <a:srgbClr val="262623"/>
                </a:solidFill>
                <a:latin typeface="Arial Unicode MS"/>
                <a:cs typeface="Arial Unicode MS"/>
              </a:rPr>
              <a:t>장시간</a:t>
            </a:r>
            <a:r>
              <a:rPr dirty="0" sz="2350" spc="-20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195">
                <a:solidFill>
                  <a:srgbClr val="262623"/>
                </a:solidFill>
                <a:latin typeface="Arial Unicode MS"/>
                <a:cs typeface="Arial Unicode MS"/>
              </a:rPr>
              <a:t>착용</a:t>
            </a:r>
            <a:r>
              <a:rPr dirty="0" sz="2350" spc="-21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50">
                <a:solidFill>
                  <a:srgbClr val="262623"/>
                </a:solidFill>
                <a:latin typeface="Arial Unicode MS"/>
                <a:cs typeface="Arial Unicode MS"/>
              </a:rPr>
              <a:t>시 극심한피로를유발합니다.</a:t>
            </a:r>
            <a:endParaRPr sz="235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98418" y="7617129"/>
            <a:ext cx="5511165" cy="135445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551180">
              <a:lnSpc>
                <a:spcPct val="118200"/>
              </a:lnSpc>
              <a:spcBef>
                <a:spcPts val="145"/>
              </a:spcBef>
            </a:pPr>
            <a:r>
              <a:rPr dirty="0" sz="2550" spc="-409">
                <a:solidFill>
                  <a:srgbClr val="262623"/>
                </a:solidFill>
                <a:latin typeface="Arial Unicode MS"/>
                <a:cs typeface="Arial Unicode MS"/>
              </a:rPr>
              <a:t>조끼를</a:t>
            </a:r>
            <a:r>
              <a:rPr dirty="0" sz="2550" spc="-35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80">
                <a:solidFill>
                  <a:srgbClr val="262623"/>
                </a:solidFill>
                <a:latin typeface="Arial Unicode MS"/>
                <a:cs typeface="Arial Unicode MS"/>
              </a:rPr>
              <a:t>입는</a:t>
            </a:r>
            <a:r>
              <a:rPr dirty="0" sz="2350" spc="-305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85">
                <a:solidFill>
                  <a:srgbClr val="262623"/>
                </a:solidFill>
                <a:latin typeface="Arial Unicode MS"/>
                <a:cs typeface="Arial Unicode MS"/>
              </a:rPr>
              <a:t>듯한베스트</a:t>
            </a:r>
            <a:r>
              <a:rPr dirty="0" sz="2350" spc="-18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15">
                <a:solidFill>
                  <a:srgbClr val="383631"/>
                </a:solidFill>
                <a:latin typeface="Arial Unicode MS"/>
                <a:cs typeface="Arial Unicode MS"/>
              </a:rPr>
              <a:t>타입</a:t>
            </a:r>
            <a:r>
              <a:rPr dirty="0" sz="2350" spc="-130">
                <a:solidFill>
                  <a:srgbClr val="383631"/>
                </a:solidFill>
                <a:latin typeface="Arial Unicode MS"/>
                <a:cs typeface="Arial Unicode MS"/>
              </a:rPr>
              <a:t> </a:t>
            </a:r>
            <a:r>
              <a:rPr dirty="0" sz="2350" spc="-25">
                <a:solidFill>
                  <a:srgbClr val="262623"/>
                </a:solidFill>
                <a:latin typeface="Arial Unicode MS"/>
                <a:cs typeface="Arial Unicode MS"/>
              </a:rPr>
              <a:t>설계가 </a:t>
            </a:r>
            <a:r>
              <a:rPr dirty="0" sz="2350" spc="-80">
                <a:solidFill>
                  <a:srgbClr val="262623"/>
                </a:solidFill>
                <a:latin typeface="Arial Unicode MS"/>
                <a:cs typeface="Arial Unicode MS"/>
              </a:rPr>
              <a:t>등과</a:t>
            </a:r>
            <a:r>
              <a:rPr dirty="0" sz="2350" spc="-30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20">
                <a:solidFill>
                  <a:srgbClr val="262623"/>
                </a:solidFill>
                <a:latin typeface="Arial Unicode MS"/>
                <a:cs typeface="Arial Unicode MS"/>
              </a:rPr>
              <a:t>허리</a:t>
            </a:r>
            <a:r>
              <a:rPr dirty="0" sz="2350" spc="-75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20">
                <a:solidFill>
                  <a:srgbClr val="262623"/>
                </a:solidFill>
                <a:latin typeface="Arial Unicode MS"/>
                <a:cs typeface="Arial Unicode MS"/>
              </a:rPr>
              <a:t>전제로</a:t>
            </a:r>
            <a:r>
              <a:rPr dirty="0" sz="2350" spc="-165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195">
                <a:solidFill>
                  <a:srgbClr val="262623"/>
                </a:solidFill>
                <a:latin typeface="Arial Unicode MS"/>
                <a:cs typeface="Arial Unicode MS"/>
              </a:rPr>
              <a:t>무게를</a:t>
            </a:r>
            <a:r>
              <a:rPr dirty="0" sz="2350" spc="-25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20">
                <a:solidFill>
                  <a:srgbClr val="262623"/>
                </a:solidFill>
                <a:latin typeface="Arial Unicode MS"/>
                <a:cs typeface="Arial Unicode MS"/>
              </a:rPr>
              <a:t>이상적으로</a:t>
            </a:r>
            <a:r>
              <a:rPr dirty="0" sz="2350" spc="-90">
                <a:solidFill>
                  <a:srgbClr val="262623"/>
                </a:solidFill>
                <a:latin typeface="Arial Unicode MS"/>
                <a:cs typeface="Arial Unicode MS"/>
              </a:rPr>
              <a:t> </a:t>
            </a:r>
            <a:r>
              <a:rPr dirty="0" sz="2350" spc="-280">
                <a:solidFill>
                  <a:srgbClr val="262623"/>
                </a:solidFill>
                <a:latin typeface="Arial Unicode MS"/>
                <a:cs typeface="Arial Unicode MS"/>
              </a:rPr>
              <a:t>분산시켜</a:t>
            </a:r>
            <a:endParaRPr sz="2350">
              <a:latin typeface="Arial Unicode MS"/>
              <a:cs typeface="Arial Unicode MS"/>
            </a:endParaRPr>
          </a:p>
          <a:p>
            <a:pPr marL="1477010">
              <a:lnSpc>
                <a:spcPct val="100000"/>
              </a:lnSpc>
              <a:spcBef>
                <a:spcPts val="595"/>
              </a:spcBef>
            </a:pPr>
            <a:r>
              <a:rPr dirty="0" sz="2350" spc="-110">
                <a:solidFill>
                  <a:srgbClr val="262623"/>
                </a:solidFill>
                <a:latin typeface="Arial Unicode MS"/>
                <a:cs typeface="Arial Unicode MS"/>
              </a:rPr>
              <a:t>놀랍도록펀안합니다.</a:t>
            </a:r>
            <a:endParaRPr sz="235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149739" y="9396214"/>
            <a:ext cx="126111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383631"/>
                </a:solidFill>
                <a:latin typeface="Arial Unicode MS"/>
                <a:cs typeface="Arial Unicode MS"/>
              </a:rPr>
              <a:t>Is,\</a:t>
            </a:r>
            <a:r>
              <a:rPr dirty="0" sz="1150" spc="15">
                <a:solidFill>
                  <a:srgbClr val="383631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262623"/>
                </a:solidFill>
                <a:latin typeface="Arial"/>
                <a:cs typeface="Arial"/>
              </a:rPr>
              <a:t>No</a:t>
            </a:r>
            <a:r>
              <a:rPr dirty="0" sz="1400" spc="-10">
                <a:solidFill>
                  <a:srgbClr val="262623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262623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753" y="3472656"/>
            <a:ext cx="1477482" cy="24766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9604" y="3957769"/>
            <a:ext cx="560424" cy="15319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8573" y="3472656"/>
            <a:ext cx="2088854" cy="24766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62395" y="3651382"/>
            <a:ext cx="2318119" cy="214471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420306" y="1640780"/>
            <a:ext cx="12630150" cy="9677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50" spc="-459">
                <a:solidFill>
                  <a:srgbClr val="1D1C18"/>
                </a:solidFill>
              </a:rPr>
              <a:t>신개념</a:t>
            </a:r>
            <a:r>
              <a:rPr dirty="0" sz="5750" spc="-325">
                <a:solidFill>
                  <a:srgbClr val="1D1C18"/>
                </a:solidFill>
              </a:rPr>
              <a:t> </a:t>
            </a:r>
            <a:r>
              <a:rPr dirty="0" sz="5750" spc="-520">
                <a:solidFill>
                  <a:srgbClr val="1D1C18"/>
                </a:solidFill>
              </a:rPr>
              <a:t>코지</a:t>
            </a:r>
            <a:r>
              <a:rPr dirty="0" sz="5750" spc="-725">
                <a:solidFill>
                  <a:srgbClr val="1D1C18"/>
                </a:solidFill>
              </a:rPr>
              <a:t> </a:t>
            </a:r>
            <a:r>
              <a:rPr dirty="0" sz="5750" spc="-459">
                <a:solidFill>
                  <a:srgbClr val="1D1C18"/>
                </a:solidFill>
              </a:rPr>
              <a:t>아기띠가</a:t>
            </a:r>
            <a:r>
              <a:rPr dirty="0" sz="5750" spc="-685">
                <a:solidFill>
                  <a:srgbClr val="1D1C18"/>
                </a:solidFill>
              </a:rPr>
              <a:t> </a:t>
            </a:r>
            <a:r>
              <a:rPr dirty="0" sz="5750" spc="-459">
                <a:solidFill>
                  <a:srgbClr val="1D1C18"/>
                </a:solidFill>
              </a:rPr>
              <a:t>약속하는</a:t>
            </a:r>
            <a:r>
              <a:rPr dirty="0" sz="5750" spc="-360">
                <a:solidFill>
                  <a:srgbClr val="1D1C18"/>
                </a:solidFill>
              </a:rPr>
              <a:t> </a:t>
            </a:r>
            <a:r>
              <a:rPr dirty="0" sz="6150" spc="-125">
                <a:solidFill>
                  <a:srgbClr val="1D1C18"/>
                </a:solidFill>
                <a:latin typeface="Arial"/>
                <a:cs typeface="Arial"/>
              </a:rPr>
              <a:t>3</a:t>
            </a:r>
            <a:r>
              <a:rPr dirty="0" sz="5750" spc="-120">
                <a:solidFill>
                  <a:srgbClr val="1D1C18"/>
                </a:solidFill>
              </a:rPr>
              <a:t>가</a:t>
            </a:r>
            <a:r>
              <a:rPr dirty="0" sz="5750" spc="415">
                <a:solidFill>
                  <a:srgbClr val="1D1C18"/>
                </a:solidFill>
              </a:rPr>
              <a:t>지</a:t>
            </a:r>
            <a:r>
              <a:rPr dirty="0" sz="5750" spc="-125">
                <a:solidFill>
                  <a:srgbClr val="1D1C18"/>
                </a:solidFill>
              </a:rPr>
              <a:t>혁신</a:t>
            </a:r>
            <a:endParaRPr sz="5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2F2F2F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2F2F2F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1D1C18"/>
                </a:solidFill>
                <a:latin typeface="Arial"/>
                <a:cs typeface="Arial"/>
              </a:rPr>
              <a:t>No</a:t>
            </a:r>
            <a:r>
              <a:rPr dirty="0" sz="1400" spc="-10">
                <a:solidFill>
                  <a:srgbClr val="1D1C18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1D1C18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0101" y="6052282"/>
            <a:ext cx="3343910" cy="2021839"/>
          </a:xfrm>
          <a:prstGeom prst="rect">
            <a:avLst/>
          </a:prstGeom>
        </p:spPr>
        <p:txBody>
          <a:bodyPr wrap="square" lIns="0" tIns="314325" rIns="0" bIns="0" rtlCol="0" vert="horz">
            <a:spAutoFit/>
          </a:bodyPr>
          <a:lstStyle/>
          <a:p>
            <a:pPr algn="ctr" marR="7620">
              <a:lnSpc>
                <a:spcPct val="100000"/>
              </a:lnSpc>
              <a:spcBef>
                <a:spcPts val="2475"/>
              </a:spcBef>
            </a:pPr>
            <a:r>
              <a:rPr dirty="0" sz="3750" spc="-350">
                <a:solidFill>
                  <a:srgbClr val="1D1C18"/>
                </a:solidFill>
                <a:latin typeface="Arial Unicode MS"/>
                <a:cs typeface="Arial Unicode MS"/>
              </a:rPr>
              <a:t>혁신적인편안함</a:t>
            </a:r>
            <a:endParaRPr sz="3750">
              <a:latin typeface="Arial Unicode MS"/>
              <a:cs typeface="Arial Unicode MS"/>
            </a:endParaRPr>
          </a:p>
          <a:p>
            <a:pPr algn="ctr" marR="25400">
              <a:lnSpc>
                <a:spcPct val="100000"/>
              </a:lnSpc>
              <a:spcBef>
                <a:spcPts val="1775"/>
              </a:spcBef>
            </a:pPr>
            <a:r>
              <a:rPr dirty="0" sz="2800" spc="-320">
                <a:solidFill>
                  <a:srgbClr val="1D1C18"/>
                </a:solidFill>
                <a:latin typeface="Arial Unicode MS"/>
                <a:cs typeface="Arial Unicode MS"/>
              </a:rPr>
              <a:t>무게분산으로완성된</a:t>
            </a:r>
            <a:endParaRPr sz="28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700" spc="-325">
                <a:solidFill>
                  <a:srgbClr val="1D1C18"/>
                </a:solidFill>
                <a:latin typeface="Arial Unicode MS"/>
                <a:cs typeface="Arial Unicode MS"/>
              </a:rPr>
              <a:t>압도적인</a:t>
            </a:r>
            <a:r>
              <a:rPr dirty="0" sz="2700" spc="-155">
                <a:solidFill>
                  <a:srgbClr val="1D1C18"/>
                </a:solidFill>
                <a:latin typeface="Arial Unicode MS"/>
                <a:cs typeface="Arial Unicode MS"/>
              </a:rPr>
              <a:t> </a:t>
            </a:r>
            <a:r>
              <a:rPr dirty="0" sz="2700" spc="-160">
                <a:solidFill>
                  <a:srgbClr val="1D1C18"/>
                </a:solidFill>
                <a:latin typeface="Arial Unicode MS"/>
                <a:cs typeface="Arial Unicode MS"/>
              </a:rPr>
              <a:t>허리/등</a:t>
            </a:r>
            <a:r>
              <a:rPr dirty="0" sz="2700" spc="-220">
                <a:solidFill>
                  <a:srgbClr val="1D1C18"/>
                </a:solidFill>
                <a:latin typeface="Arial Unicode MS"/>
                <a:cs typeface="Arial Unicode MS"/>
              </a:rPr>
              <a:t> </a:t>
            </a:r>
            <a:r>
              <a:rPr dirty="0" sz="2700" spc="-325">
                <a:solidFill>
                  <a:srgbClr val="1D1C18"/>
                </a:solidFill>
                <a:latin typeface="Arial Unicode MS"/>
                <a:cs typeface="Arial Unicode MS"/>
              </a:rPr>
              <a:t>서포트</a:t>
            </a:r>
            <a:endParaRPr sz="27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95962" y="6023469"/>
            <a:ext cx="3535679" cy="2052955"/>
          </a:xfrm>
          <a:prstGeom prst="rect">
            <a:avLst/>
          </a:prstGeom>
        </p:spPr>
        <p:txBody>
          <a:bodyPr wrap="square" lIns="0" tIns="342900" rIns="0" bIns="0" rtlCol="0" vert="horz">
            <a:spAutoFit/>
          </a:bodyPr>
          <a:lstStyle/>
          <a:p>
            <a:pPr algn="ctr" marR="61594">
              <a:lnSpc>
                <a:spcPct val="100000"/>
              </a:lnSpc>
              <a:spcBef>
                <a:spcPts val="2700"/>
              </a:spcBef>
            </a:pPr>
            <a:r>
              <a:rPr dirty="0" sz="3750" spc="-350">
                <a:solidFill>
                  <a:srgbClr val="1D1C18"/>
                </a:solidFill>
                <a:latin typeface="Arial Unicode MS"/>
                <a:cs typeface="Arial Unicode MS"/>
              </a:rPr>
              <a:t>절대적인안정감</a:t>
            </a:r>
            <a:endParaRPr sz="3750">
              <a:latin typeface="Arial Unicode MS"/>
              <a:cs typeface="Arial Unicode MS"/>
            </a:endParaRPr>
          </a:p>
          <a:p>
            <a:pPr algn="ctr" marR="41910">
              <a:lnSpc>
                <a:spcPct val="100000"/>
              </a:lnSpc>
              <a:spcBef>
                <a:spcPts val="1880"/>
              </a:spcBef>
            </a:pPr>
            <a:r>
              <a:rPr dirty="0" sz="2700" spc="-110">
                <a:solidFill>
                  <a:srgbClr val="1D1C18"/>
                </a:solidFill>
                <a:latin typeface="Arial Unicode MS"/>
                <a:cs typeface="Arial Unicode MS"/>
              </a:rPr>
              <a:t>아이와의완벽한</a:t>
            </a:r>
            <a:endParaRPr sz="27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2800" spc="-450">
                <a:solidFill>
                  <a:srgbClr val="1D1C18"/>
                </a:solidFill>
                <a:latin typeface="Arial Unicode MS"/>
                <a:cs typeface="Arial Unicode MS"/>
              </a:rPr>
              <a:t>조밀작으로</a:t>
            </a:r>
            <a:r>
              <a:rPr dirty="0" sz="2800" spc="-155">
                <a:solidFill>
                  <a:srgbClr val="1D1C18"/>
                </a:solidFill>
                <a:latin typeface="Arial Unicode MS"/>
                <a:cs typeface="Arial Unicode MS"/>
              </a:rPr>
              <a:t> </a:t>
            </a:r>
            <a:r>
              <a:rPr dirty="0" sz="2800" spc="-395">
                <a:solidFill>
                  <a:srgbClr val="1D1C18"/>
                </a:solidFill>
                <a:latin typeface="Arial Unicode MS"/>
                <a:cs typeface="Arial Unicode MS"/>
              </a:rPr>
              <a:t>완성되는</a:t>
            </a:r>
            <a:r>
              <a:rPr dirty="0" sz="2800" spc="-260">
                <a:solidFill>
                  <a:srgbClr val="1D1C18"/>
                </a:solidFill>
                <a:latin typeface="Arial Unicode MS"/>
                <a:cs typeface="Arial Unicode MS"/>
              </a:rPr>
              <a:t> </a:t>
            </a:r>
            <a:r>
              <a:rPr dirty="0" sz="2600" spc="-25">
                <a:solidFill>
                  <a:srgbClr val="1D1C18"/>
                </a:solidFill>
                <a:latin typeface="Arial Unicode MS"/>
                <a:cs typeface="Arial Unicode MS"/>
              </a:rPr>
              <a:t>교감</a:t>
            </a:r>
            <a:endParaRPr sz="26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65852" y="6023469"/>
            <a:ext cx="2873375" cy="2063114"/>
          </a:xfrm>
          <a:prstGeom prst="rect">
            <a:avLst/>
          </a:prstGeom>
        </p:spPr>
        <p:txBody>
          <a:bodyPr wrap="square" lIns="0" tIns="342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00"/>
              </a:spcBef>
            </a:pPr>
            <a:r>
              <a:rPr dirty="0" sz="3750" spc="-310">
                <a:solidFill>
                  <a:srgbClr val="1D1C18"/>
                </a:solidFill>
                <a:latin typeface="Arial Unicode MS"/>
                <a:cs typeface="Arial Unicode MS"/>
              </a:rPr>
              <a:t>놀라운간편함</a:t>
            </a:r>
            <a:endParaRPr sz="3750">
              <a:latin typeface="Arial Unicode MS"/>
              <a:cs typeface="Arial Unicode MS"/>
            </a:endParaRPr>
          </a:p>
          <a:p>
            <a:pPr algn="ctr" marL="12065" marR="5080">
              <a:lnSpc>
                <a:spcPct val="117900"/>
              </a:lnSpc>
              <a:spcBef>
                <a:spcPts val="1300"/>
              </a:spcBef>
            </a:pPr>
            <a:r>
              <a:rPr dirty="0" sz="2700" spc="-220">
                <a:solidFill>
                  <a:srgbClr val="1D1C18"/>
                </a:solidFill>
                <a:latin typeface="Arial Unicode MS"/>
                <a:cs typeface="Arial Unicode MS"/>
              </a:rPr>
              <a:t>혼자서도셔츠를입듯 </a:t>
            </a:r>
            <a:r>
              <a:rPr dirty="0" sz="2700" spc="-10">
                <a:solidFill>
                  <a:srgbClr val="1D1C18"/>
                </a:solidFill>
                <a:latin typeface="Arial Unicode MS"/>
                <a:cs typeface="Arial Unicode MS"/>
              </a:rPr>
              <a:t>손쉬운작용</a:t>
            </a:r>
            <a:endParaRPr sz="27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217" y="2221574"/>
            <a:ext cx="2623804" cy="970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7709" y="2221574"/>
            <a:ext cx="840636" cy="9702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5714" y="2221574"/>
            <a:ext cx="764215" cy="9702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3721" y="2247106"/>
            <a:ext cx="687793" cy="3574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73536" y="842830"/>
            <a:ext cx="4101287" cy="19659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13721" y="2859881"/>
            <a:ext cx="713267" cy="30638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297950" y="2425832"/>
            <a:ext cx="7107555" cy="6383655"/>
            <a:chOff x="9297950" y="2425832"/>
            <a:chExt cx="7107555" cy="638365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7950" y="2425832"/>
              <a:ext cx="7107200" cy="63830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59661" y="4723738"/>
              <a:ext cx="280212" cy="11489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18195" y="3293930"/>
              <a:ext cx="254738" cy="485113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6011825" y="2674771"/>
            <a:ext cx="892175" cy="114935"/>
          </a:xfrm>
          <a:custGeom>
            <a:avLst/>
            <a:gdLst/>
            <a:ahLst/>
            <a:cxnLst/>
            <a:rect l="l" t="t" r="r" b="b"/>
            <a:pathLst>
              <a:path w="892175" h="114935">
                <a:moveTo>
                  <a:pt x="0" y="0"/>
                </a:moveTo>
                <a:lnTo>
                  <a:pt x="891584" y="0"/>
                </a:lnTo>
                <a:lnTo>
                  <a:pt x="891584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121177" y="3459956"/>
            <a:ext cx="7508875" cy="1128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140">
                <a:solidFill>
                  <a:srgbClr val="2F2F2B"/>
                </a:solidFill>
              </a:rPr>
              <a:t>잘못이없습니다</a:t>
            </a:r>
            <a:r>
              <a:rPr dirty="0" sz="7200" spc="90">
                <a:solidFill>
                  <a:srgbClr val="2F2F2B"/>
                </a:solidFill>
              </a:rPr>
              <a:t>・</a:t>
            </a:r>
            <a:endParaRPr sz="7200"/>
          </a:p>
        </p:txBody>
      </p:sp>
      <p:sp>
        <p:nvSpPr>
          <p:cNvPr id="16" name="object 16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2F2F2F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2F2F2F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1D1C18"/>
                </a:solidFill>
                <a:latin typeface="Arial"/>
                <a:cs typeface="Arial"/>
              </a:rPr>
              <a:t>No</a:t>
            </a:r>
            <a:r>
              <a:rPr dirty="0" sz="1400" spc="-10">
                <a:solidFill>
                  <a:srgbClr val="1D1C18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1D1C18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6075" y="4885832"/>
            <a:ext cx="7021195" cy="286385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17145">
              <a:lnSpc>
                <a:spcPct val="118900"/>
              </a:lnSpc>
              <a:spcBef>
                <a:spcPts val="40"/>
              </a:spcBef>
            </a:pPr>
            <a:r>
              <a:rPr dirty="0" sz="3000" spc="-300">
                <a:solidFill>
                  <a:srgbClr val="0A0A0A"/>
                </a:solidFill>
                <a:latin typeface="Arial Unicode MS"/>
                <a:cs typeface="Arial Unicode MS"/>
              </a:rPr>
              <a:t>코지</a:t>
            </a:r>
            <a:r>
              <a:rPr dirty="0" sz="3000" spc="-10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330">
                <a:solidFill>
                  <a:srgbClr val="0A0A0A"/>
                </a:solidFill>
                <a:latin typeface="Arial Unicode MS"/>
                <a:cs typeface="Arial Unicode MS"/>
              </a:rPr>
              <a:t>웨어러블만의</a:t>
            </a:r>
            <a:r>
              <a:rPr dirty="0" sz="3000" spc="-30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330">
                <a:solidFill>
                  <a:srgbClr val="0A0A0A"/>
                </a:solidFill>
                <a:latin typeface="Arial Unicode MS"/>
                <a:cs typeface="Arial Unicode MS"/>
              </a:rPr>
              <a:t>독자적인</a:t>
            </a:r>
            <a:r>
              <a:rPr dirty="0" sz="3000" spc="-15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50">
                <a:solidFill>
                  <a:srgbClr val="0A0A0A"/>
                </a:solidFill>
                <a:latin typeface="Arial Unicode MS"/>
                <a:cs typeface="Arial Unicode MS"/>
              </a:rPr>
              <a:t>베스트</a:t>
            </a:r>
            <a:r>
              <a:rPr dirty="0" sz="3350" spc="-50">
                <a:solidFill>
                  <a:srgbClr val="0A0A0A"/>
                </a:solidFill>
                <a:latin typeface="Arial"/>
                <a:cs typeface="Arial"/>
              </a:rPr>
              <a:t>(Ves</a:t>
            </a:r>
            <a:r>
              <a:rPr dirty="0" sz="3300" spc="-50">
                <a:solidFill>
                  <a:srgbClr val="0A0A0A"/>
                </a:solidFill>
                <a:latin typeface="Arial Unicode MS"/>
                <a:cs typeface="Arial Unicode MS"/>
              </a:rPr>
              <a:t>t) </a:t>
            </a:r>
            <a:r>
              <a:rPr dirty="0" sz="3000" spc="-210">
                <a:solidFill>
                  <a:srgbClr val="0A0A0A"/>
                </a:solidFill>
                <a:latin typeface="Arial Unicode MS"/>
                <a:cs typeface="Arial Unicode MS"/>
              </a:rPr>
              <a:t>설계가</a:t>
            </a:r>
            <a:r>
              <a:rPr dirty="0" sz="3000" spc="-40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160">
                <a:solidFill>
                  <a:srgbClr val="0A0A0A"/>
                </a:solidFill>
                <a:latin typeface="Arial Unicode MS"/>
                <a:cs typeface="Arial Unicode MS"/>
              </a:rPr>
              <a:t>등과</a:t>
            </a:r>
            <a:r>
              <a:rPr dirty="0" sz="3000" spc="-160">
                <a:solidFill>
                  <a:srgbClr val="0A0A0A"/>
                </a:solidFill>
                <a:latin typeface="Arial Unicode MS"/>
                <a:cs typeface="Arial Unicode MS"/>
              </a:rPr>
              <a:t>허리</a:t>
            </a:r>
            <a:r>
              <a:rPr dirty="0" sz="3000" spc="-70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345">
                <a:solidFill>
                  <a:srgbClr val="0A0A0A"/>
                </a:solidFill>
                <a:latin typeface="Arial Unicode MS"/>
                <a:cs typeface="Arial Unicode MS"/>
              </a:rPr>
              <a:t>전체를</a:t>
            </a:r>
            <a:r>
              <a:rPr dirty="0" sz="3100" spc="-340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270">
                <a:solidFill>
                  <a:srgbClr val="0A0A0A"/>
                </a:solidFill>
                <a:latin typeface="Arial Unicode MS"/>
                <a:cs typeface="Arial Unicode MS"/>
              </a:rPr>
              <a:t>넓게</a:t>
            </a:r>
            <a:r>
              <a:rPr dirty="0" sz="3000" spc="-22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150">
                <a:solidFill>
                  <a:srgbClr val="0A0A0A"/>
                </a:solidFill>
                <a:latin typeface="Arial Unicode MS"/>
                <a:cs typeface="Arial Unicode MS"/>
              </a:rPr>
              <a:t>감싸</a:t>
            </a:r>
            <a:r>
              <a:rPr dirty="0" sz="3000" spc="-47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25">
                <a:solidFill>
                  <a:srgbClr val="0A0A0A"/>
                </a:solidFill>
                <a:latin typeface="Arial Unicode MS"/>
                <a:cs typeface="Arial Unicode MS"/>
              </a:rPr>
              <a:t>안아, </a:t>
            </a:r>
            <a:r>
              <a:rPr dirty="0" sz="3000" spc="-270">
                <a:solidFill>
                  <a:srgbClr val="0A0A0A"/>
                </a:solidFill>
                <a:latin typeface="Arial Unicode MS"/>
                <a:cs typeface="Arial Unicode MS"/>
              </a:rPr>
              <a:t>아이의</a:t>
            </a:r>
            <a:r>
              <a:rPr dirty="0" sz="3000" spc="-12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240">
                <a:solidFill>
                  <a:srgbClr val="0A0A0A"/>
                </a:solidFill>
                <a:latin typeface="Arial Unicode MS"/>
                <a:cs typeface="Arial Unicode MS"/>
              </a:rPr>
              <a:t>무게를</a:t>
            </a:r>
            <a:r>
              <a:rPr dirty="0" sz="3000" spc="-26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250">
                <a:solidFill>
                  <a:srgbClr val="0A0A0A"/>
                </a:solidFill>
                <a:latin typeface="Arial Unicode MS"/>
                <a:cs typeface="Arial Unicode MS"/>
              </a:rPr>
              <a:t>가장</a:t>
            </a:r>
            <a:r>
              <a:rPr dirty="0" sz="3000" spc="-250">
                <a:solidFill>
                  <a:srgbClr val="0A0A0A"/>
                </a:solidFill>
                <a:latin typeface="Arial Unicode MS"/>
                <a:cs typeface="Arial Unicode MS"/>
              </a:rPr>
              <a:t>이상적으로</a:t>
            </a:r>
            <a:r>
              <a:rPr dirty="0" sz="3000" spc="-50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285">
                <a:solidFill>
                  <a:srgbClr val="0A0A0A"/>
                </a:solidFill>
                <a:latin typeface="Arial Unicode MS"/>
                <a:cs typeface="Arial Unicode MS"/>
              </a:rPr>
              <a:t>분산시킵니다. </a:t>
            </a:r>
            <a:r>
              <a:rPr dirty="0" sz="3000">
                <a:solidFill>
                  <a:srgbClr val="0A0A0A"/>
                </a:solidFill>
                <a:latin typeface="Arial Unicode MS"/>
                <a:cs typeface="Arial Unicode MS"/>
              </a:rPr>
              <a:t>몇</a:t>
            </a:r>
            <a:r>
              <a:rPr dirty="0" sz="3000" spc="-44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100" spc="-345">
                <a:solidFill>
                  <a:srgbClr val="0A0A0A"/>
                </a:solidFill>
                <a:latin typeface="Arial Unicode MS"/>
                <a:cs typeface="Arial Unicode MS"/>
              </a:rPr>
              <a:t>시간을</a:t>
            </a:r>
            <a:r>
              <a:rPr dirty="0" sz="3100" spc="-204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300">
                <a:solidFill>
                  <a:srgbClr val="0A0A0A"/>
                </a:solidFill>
                <a:latin typeface="Arial Unicode MS"/>
                <a:cs typeface="Arial Unicode MS"/>
              </a:rPr>
              <a:t>작용해도</a:t>
            </a:r>
            <a:r>
              <a:rPr dirty="0" sz="3000" spc="-24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210">
                <a:solidFill>
                  <a:srgbClr val="0A0A0A"/>
                </a:solidFill>
                <a:latin typeface="Arial Unicode MS"/>
                <a:cs typeface="Arial Unicode MS"/>
              </a:rPr>
              <a:t>처음과</a:t>
            </a:r>
            <a:r>
              <a:rPr dirty="0" sz="3000" spc="-405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3000" spc="-10">
                <a:solidFill>
                  <a:srgbClr val="0A0A0A"/>
                </a:solidFill>
                <a:latin typeface="Arial Unicode MS"/>
                <a:cs typeface="Arial Unicode MS"/>
              </a:rPr>
              <a:t>같은</a:t>
            </a:r>
            <a:r>
              <a:rPr dirty="0" sz="3100" spc="-10">
                <a:solidFill>
                  <a:srgbClr val="0A0A0A"/>
                </a:solidFill>
                <a:latin typeface="Arial Unicode MS"/>
                <a:cs typeface="Arial Unicode MS"/>
              </a:rPr>
              <a:t>놀라운 </a:t>
            </a:r>
            <a:r>
              <a:rPr dirty="0" sz="3000" spc="-135">
                <a:solidFill>
                  <a:srgbClr val="0A0A0A"/>
                </a:solidFill>
                <a:latin typeface="Arial Unicode MS"/>
                <a:cs typeface="Arial Unicode MS"/>
              </a:rPr>
              <a:t>편안함을경험하세요.</a:t>
            </a:r>
            <a:endParaRPr sz="30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73835" y="2145043"/>
            <a:ext cx="53149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400" spc="-45">
                <a:solidFill>
                  <a:srgbClr val="A3A095"/>
                </a:solidFill>
                <a:latin typeface="Arial Unicode MS"/>
                <a:cs typeface="Arial Unicode MS"/>
              </a:rPr>
              <a:t>,/4</a:t>
            </a:r>
            <a:r>
              <a:rPr dirty="0" baseline="19323" sz="3450" spc="-75">
                <a:solidFill>
                  <a:srgbClr val="A3A095"/>
                </a:solidFill>
                <a:latin typeface="Arial Unicode MS"/>
                <a:cs typeface="Arial Unicode MS"/>
              </a:rPr>
              <a:t>乙</a:t>
            </a:r>
            <a:endParaRPr baseline="19323" sz="34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455" y="0"/>
            <a:ext cx="11335857" cy="970253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8778" y="766300"/>
            <a:ext cx="4845685" cy="26809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95">
                <a:solidFill>
                  <a:srgbClr val="34342F"/>
                </a:solidFill>
              </a:rPr>
              <a:t>아이와의교감을</a:t>
            </a:r>
            <a:endParaRPr sz="5300"/>
          </a:p>
          <a:p>
            <a:pPr marL="63500" marR="967740" indent="-46355">
              <a:lnSpc>
                <a:spcPts val="7140"/>
              </a:lnSpc>
              <a:spcBef>
                <a:spcPts val="340"/>
              </a:spcBef>
            </a:pPr>
            <a:r>
              <a:rPr dirty="0" spc="-740">
                <a:solidFill>
                  <a:srgbClr val="34342F"/>
                </a:solidFill>
              </a:rPr>
              <a:t>완성하는 </a:t>
            </a:r>
            <a:r>
              <a:rPr dirty="0" spc="-385">
                <a:solidFill>
                  <a:srgbClr val="34342F"/>
                </a:solidFill>
              </a:rPr>
              <a:t>'조밀착설계’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1196" y="3668045"/>
            <a:ext cx="5048885" cy="211836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 indent="6985">
              <a:lnSpc>
                <a:spcPct val="133400"/>
              </a:lnSpc>
              <a:spcBef>
                <a:spcPts val="245"/>
              </a:spcBef>
            </a:pPr>
            <a:r>
              <a:rPr dirty="0" sz="2400" spc="-225">
                <a:solidFill>
                  <a:srgbClr val="211F1A"/>
                </a:solidFill>
                <a:latin typeface="Arial Unicode MS"/>
                <a:cs typeface="Arial Unicode MS"/>
              </a:rPr>
              <a:t>아기와</a:t>
            </a:r>
            <a:r>
              <a:rPr dirty="0" sz="2400" spc="-26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600" spc="-390">
                <a:solidFill>
                  <a:srgbClr val="211F1A"/>
                </a:solidFill>
                <a:latin typeface="Arial Unicode MS"/>
                <a:cs typeface="Arial Unicode MS"/>
              </a:rPr>
              <a:t>부모</a:t>
            </a:r>
            <a:r>
              <a:rPr dirty="0" sz="2600" spc="-24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90">
                <a:solidFill>
                  <a:srgbClr val="211F1A"/>
                </a:solidFill>
                <a:latin typeface="Arial Unicode MS"/>
                <a:cs typeface="Arial Unicode MS"/>
              </a:rPr>
              <a:t>사이에</a:t>
            </a:r>
            <a:r>
              <a:rPr dirty="0" sz="2400" spc="-17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500" spc="-350">
                <a:solidFill>
                  <a:srgbClr val="211F1A"/>
                </a:solidFill>
                <a:latin typeface="Arial Unicode MS"/>
                <a:cs typeface="Arial Unicode MS"/>
              </a:rPr>
              <a:t>불필요한</a:t>
            </a:r>
            <a:r>
              <a:rPr dirty="0" sz="2500" spc="-29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500" spc="-20">
                <a:solidFill>
                  <a:srgbClr val="211F1A"/>
                </a:solidFill>
                <a:latin typeface="Arial Unicode MS"/>
                <a:cs typeface="Arial Unicode MS"/>
              </a:rPr>
              <a:t>공간</a:t>
            </a:r>
            <a:r>
              <a:rPr dirty="0" sz="2400" spc="-20">
                <a:solidFill>
                  <a:srgbClr val="211F1A"/>
                </a:solidFill>
                <a:latin typeface="Arial Unicode MS"/>
                <a:cs typeface="Arial Unicode MS"/>
              </a:rPr>
              <a:t>없이 </a:t>
            </a:r>
            <a:r>
              <a:rPr dirty="0" sz="2400" spc="-265">
                <a:solidFill>
                  <a:srgbClr val="211F1A"/>
                </a:solidFill>
                <a:latin typeface="Arial Unicode MS"/>
                <a:cs typeface="Arial Unicode MS"/>
              </a:rPr>
              <a:t>완벽하게</a:t>
            </a:r>
            <a:r>
              <a:rPr dirty="0" sz="2400" spc="-21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35">
                <a:solidFill>
                  <a:srgbClr val="211F1A"/>
                </a:solidFill>
                <a:latin typeface="Arial Unicode MS"/>
                <a:cs typeface="Arial Unicode MS"/>
              </a:rPr>
              <a:t>밀착됩니다.</a:t>
            </a:r>
            <a:r>
              <a:rPr dirty="0" sz="2400" spc="-10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25">
                <a:solidFill>
                  <a:srgbClr val="211F1A"/>
                </a:solidFill>
                <a:latin typeface="Arial Unicode MS"/>
                <a:cs typeface="Arial Unicode MS"/>
              </a:rPr>
              <a:t>아이는</a:t>
            </a:r>
            <a:r>
              <a:rPr dirty="0" sz="2400" spc="-26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40">
                <a:solidFill>
                  <a:srgbClr val="211F1A"/>
                </a:solidFill>
                <a:latin typeface="Arial Unicode MS"/>
                <a:cs typeface="Arial Unicode MS"/>
              </a:rPr>
              <a:t>엄마의</a:t>
            </a:r>
            <a:r>
              <a:rPr dirty="0" sz="2400" spc="-28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5">
                <a:solidFill>
                  <a:srgbClr val="211F1A"/>
                </a:solidFill>
                <a:latin typeface="Arial Unicode MS"/>
                <a:cs typeface="Arial Unicode MS"/>
              </a:rPr>
              <a:t>심장 </a:t>
            </a:r>
            <a:r>
              <a:rPr dirty="0" sz="2500" spc="-300">
                <a:solidFill>
                  <a:srgbClr val="211F1A"/>
                </a:solidFill>
                <a:latin typeface="Arial Unicode MS"/>
                <a:cs typeface="Arial Unicode MS"/>
              </a:rPr>
              <a:t>소리를</a:t>
            </a:r>
            <a:r>
              <a:rPr dirty="0" sz="2500" spc="-34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500" spc="-350">
                <a:solidFill>
                  <a:srgbClr val="211F1A"/>
                </a:solidFill>
                <a:latin typeface="Arial Unicode MS"/>
                <a:cs typeface="Arial Unicode MS"/>
              </a:rPr>
              <a:t>둘으며</a:t>
            </a:r>
            <a:r>
              <a:rPr dirty="0" sz="2500" spc="-28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50" spc="-270">
                <a:solidFill>
                  <a:srgbClr val="211F1A"/>
                </a:solidFill>
                <a:latin typeface="Arial Unicode MS"/>
                <a:cs typeface="Arial Unicode MS"/>
              </a:rPr>
              <a:t>안정감을</a:t>
            </a:r>
            <a:r>
              <a:rPr dirty="0" sz="2450" spc="-29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500" spc="-275">
                <a:solidFill>
                  <a:srgbClr val="211F1A"/>
                </a:solidFill>
                <a:latin typeface="Arial Unicode MS"/>
                <a:cs typeface="Arial Unicode MS"/>
              </a:rPr>
              <a:t>느끼고,</a:t>
            </a:r>
            <a:r>
              <a:rPr dirty="0" sz="2500" spc="-28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600" spc="-470">
                <a:solidFill>
                  <a:srgbClr val="211F1A"/>
                </a:solidFill>
                <a:latin typeface="Arial Unicode MS"/>
                <a:cs typeface="Arial Unicode MS"/>
              </a:rPr>
              <a:t>부모는 </a:t>
            </a:r>
            <a:r>
              <a:rPr dirty="0" sz="2500" spc="-300">
                <a:solidFill>
                  <a:srgbClr val="211F1A"/>
                </a:solidFill>
                <a:latin typeface="Arial Unicode MS"/>
                <a:cs typeface="Arial Unicode MS"/>
              </a:rPr>
              <a:t>마지</a:t>
            </a:r>
            <a:r>
              <a:rPr dirty="0" sz="2500" spc="-31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175">
                <a:solidFill>
                  <a:srgbClr val="211F1A"/>
                </a:solidFill>
                <a:latin typeface="Arial Unicode MS"/>
                <a:cs typeface="Arial Unicode MS"/>
              </a:rPr>
              <a:t>하나가</a:t>
            </a:r>
            <a:r>
              <a:rPr dirty="0" sz="2400" spc="-30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600" spc="-290">
                <a:solidFill>
                  <a:srgbClr val="211F1A"/>
                </a:solidFill>
                <a:latin typeface="Arial Unicode MS"/>
                <a:cs typeface="Arial Unicode MS"/>
              </a:rPr>
              <a:t>된</a:t>
            </a:r>
            <a:r>
              <a:rPr dirty="0" sz="2600" spc="-36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50" spc="-245">
                <a:solidFill>
                  <a:srgbClr val="211F1A"/>
                </a:solidFill>
                <a:latin typeface="Arial Unicode MS"/>
                <a:cs typeface="Arial Unicode MS"/>
              </a:rPr>
              <a:t>듯한</a:t>
            </a:r>
            <a:r>
              <a:rPr dirty="0" sz="2450" spc="-360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50" spc="-295">
                <a:solidFill>
                  <a:srgbClr val="211F1A"/>
                </a:solidFill>
                <a:latin typeface="Arial Unicode MS"/>
                <a:cs typeface="Arial Unicode MS"/>
              </a:rPr>
              <a:t>편안함을</a:t>
            </a:r>
            <a:r>
              <a:rPr dirty="0" sz="2450" spc="-245">
                <a:solidFill>
                  <a:srgbClr val="211F1A"/>
                </a:solidFill>
                <a:latin typeface="Arial Unicode MS"/>
                <a:cs typeface="Arial Unicode MS"/>
              </a:rPr>
              <a:t> </a:t>
            </a:r>
            <a:r>
              <a:rPr dirty="0" sz="2400" spc="-270">
                <a:solidFill>
                  <a:srgbClr val="211F1A"/>
                </a:solidFill>
                <a:latin typeface="Arial Unicode MS"/>
                <a:cs typeface="Arial Unicode MS"/>
              </a:rPr>
              <a:t>경험합니다.</a:t>
            </a:r>
            <a:endParaRPr sz="24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8943" y="8770673"/>
            <a:ext cx="129984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20">
                <a:solidFill>
                  <a:srgbClr val="211F1A"/>
                </a:solidFill>
                <a:latin typeface="Arial Unicode MS"/>
                <a:cs typeface="Arial Unicode MS"/>
              </a:rPr>
              <a:t>ll&amp;I</a:t>
            </a:r>
            <a:r>
              <a:rPr dirty="0" sz="1550" spc="-20">
                <a:solidFill>
                  <a:srgbClr val="211F1A"/>
                </a:solidFill>
                <a:latin typeface="Times New Roman"/>
                <a:cs typeface="Times New Roman"/>
              </a:rPr>
              <a:t>N</a:t>
            </a:r>
            <a:r>
              <a:rPr dirty="0" sz="7200" spc="-50">
                <a:solidFill>
                  <a:srgbClr val="211F1A"/>
                </a:solidFill>
                <a:latin typeface="Arial Unicode MS"/>
                <a:cs typeface="Arial Unicode MS"/>
              </a:rPr>
              <a:t>一</a:t>
            </a:r>
            <a:endParaRPr sz="72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270" y="3625850"/>
            <a:ext cx="3133281" cy="8680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0043" y="3038607"/>
            <a:ext cx="2216223" cy="27319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7115" y="3779043"/>
            <a:ext cx="2394540" cy="17617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39875" y="3038607"/>
            <a:ext cx="2012433" cy="273195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6744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135"/>
              </a:spcBef>
            </a:pPr>
            <a:r>
              <a:rPr dirty="0" sz="6800" spc="-285">
                <a:solidFill>
                  <a:srgbClr val="31312D"/>
                </a:solidFill>
              </a:rPr>
              <a:t>‘착용’의경험을</a:t>
            </a:r>
            <a:endParaRPr sz="6800"/>
          </a:p>
        </p:txBody>
      </p:sp>
      <p:sp>
        <p:nvSpPr>
          <p:cNvPr id="13" name="object 13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6075" y="4902531"/>
            <a:ext cx="4437380" cy="286004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10795">
              <a:lnSpc>
                <a:spcPct val="122000"/>
              </a:lnSpc>
              <a:spcBef>
                <a:spcPts val="225"/>
              </a:spcBef>
            </a:pPr>
            <a:r>
              <a:rPr dirty="0" sz="3000" spc="-240">
                <a:solidFill>
                  <a:srgbClr val="0C0C08"/>
                </a:solidFill>
                <a:latin typeface="Arial Unicode MS"/>
                <a:cs typeface="Arial Unicode MS"/>
              </a:rPr>
              <a:t>혼자서</a:t>
            </a:r>
            <a:r>
              <a:rPr dirty="0" sz="3000" spc="-170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150">
                <a:solidFill>
                  <a:srgbClr val="0C0C08"/>
                </a:solidFill>
                <a:latin typeface="Arial Unicode MS"/>
                <a:cs typeface="Arial Unicode MS"/>
              </a:rPr>
              <a:t>버클을</a:t>
            </a:r>
            <a:r>
              <a:rPr dirty="0" sz="3000" spc="-355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270">
                <a:solidFill>
                  <a:srgbClr val="0C0C08"/>
                </a:solidFill>
                <a:latin typeface="Arial Unicode MS"/>
                <a:cs typeface="Arial Unicode MS"/>
              </a:rPr>
              <a:t>재우기</a:t>
            </a:r>
            <a:r>
              <a:rPr dirty="0" sz="3000" spc="-185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25">
                <a:solidFill>
                  <a:srgbClr val="0C0C08"/>
                </a:solidFill>
                <a:latin typeface="Arial Unicode MS"/>
                <a:cs typeface="Arial Unicode MS"/>
              </a:rPr>
              <a:t>위해 </a:t>
            </a:r>
            <a:r>
              <a:rPr dirty="0" sz="3000" spc="-180">
                <a:solidFill>
                  <a:srgbClr val="0C0C08"/>
                </a:solidFill>
                <a:latin typeface="Arial Unicode MS"/>
                <a:cs typeface="Arial Unicode MS"/>
              </a:rPr>
              <a:t>애쓰던</a:t>
            </a:r>
            <a:r>
              <a:rPr dirty="0" sz="3000" spc="-250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65">
                <a:solidFill>
                  <a:srgbClr val="0C0C08"/>
                </a:solidFill>
                <a:latin typeface="Arial Unicode MS"/>
                <a:cs typeface="Arial Unicode MS"/>
              </a:rPr>
              <a:t>시간은끝났습니다. </a:t>
            </a:r>
            <a:r>
              <a:rPr dirty="0" sz="3150" spc="-280">
                <a:solidFill>
                  <a:srgbClr val="0C0C08"/>
                </a:solidFill>
                <a:latin typeface="Arial Unicode MS"/>
                <a:cs typeface="Arial Unicode MS"/>
              </a:rPr>
              <a:t>셔츠를입듯간편하게, </a:t>
            </a:r>
            <a:r>
              <a:rPr dirty="0" sz="3000" spc="-114">
                <a:solidFill>
                  <a:srgbClr val="0C0C08"/>
                </a:solidFill>
                <a:latin typeface="Arial Unicode MS"/>
                <a:cs typeface="Arial Unicode MS"/>
              </a:rPr>
              <a:t>아이와함께하는</a:t>
            </a:r>
            <a:r>
              <a:rPr dirty="0" sz="3000" spc="-345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204">
                <a:solidFill>
                  <a:srgbClr val="0C0C08"/>
                </a:solidFill>
                <a:latin typeface="Arial Unicode MS"/>
                <a:cs typeface="Arial Unicode MS"/>
              </a:rPr>
              <a:t>즐거움에만 </a:t>
            </a:r>
            <a:r>
              <a:rPr dirty="0" sz="3000" spc="-210">
                <a:solidFill>
                  <a:srgbClr val="0C0C08"/>
                </a:solidFill>
                <a:latin typeface="Arial Unicode MS"/>
                <a:cs typeface="Arial Unicode MS"/>
              </a:rPr>
              <a:t>즐거움에만</a:t>
            </a:r>
            <a:r>
              <a:rPr dirty="0" sz="3000" spc="-415">
                <a:solidFill>
                  <a:srgbClr val="0C0C08"/>
                </a:solidFill>
                <a:latin typeface="Arial Unicode MS"/>
                <a:cs typeface="Arial Unicode MS"/>
              </a:rPr>
              <a:t> </a:t>
            </a:r>
            <a:r>
              <a:rPr dirty="0" sz="3000" spc="-300">
                <a:solidFill>
                  <a:srgbClr val="0C0C08"/>
                </a:solidFill>
                <a:latin typeface="Arial Unicode MS"/>
                <a:cs typeface="Arial Unicode MS"/>
              </a:rPr>
              <a:t>집중하세요</a:t>
            </a:r>
            <a:r>
              <a:rPr dirty="0" sz="3000" spc="-350">
                <a:solidFill>
                  <a:srgbClr val="0C0C08"/>
                </a:solidFill>
                <a:latin typeface="Arial Unicode MS"/>
                <a:cs typeface="Arial Unicode MS"/>
              </a:rPr>
              <a:t>・</a:t>
            </a:r>
            <a:endParaRPr sz="30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9937" y="6172762"/>
            <a:ext cx="1299845" cy="615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50" spc="130">
                <a:solidFill>
                  <a:srgbClr val="21211C"/>
                </a:solidFill>
                <a:latin typeface="Times New Roman"/>
                <a:cs typeface="Times New Roman"/>
              </a:rPr>
              <a:t>1.</a:t>
            </a:r>
            <a:r>
              <a:rPr dirty="0" sz="3250" spc="130">
                <a:solidFill>
                  <a:srgbClr val="21211C"/>
                </a:solidFill>
                <a:latin typeface="Arial Unicode MS"/>
                <a:cs typeface="Arial Unicode MS"/>
              </a:rPr>
              <a:t>입고</a:t>
            </a:r>
            <a:endParaRPr sz="325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27017" y="4366353"/>
            <a:ext cx="190500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20">
                <a:solidFill>
                  <a:srgbClr val="A1A78A"/>
                </a:solidFill>
                <a:latin typeface="Times New Roman"/>
                <a:cs typeface="Times New Roman"/>
              </a:rPr>
              <a:t>/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30618" y="6153613"/>
            <a:ext cx="176212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45">
                <a:solidFill>
                  <a:srgbClr val="0C0C08"/>
                </a:solidFill>
                <a:latin typeface="Times New Roman"/>
                <a:cs typeface="Times New Roman"/>
              </a:rPr>
              <a:t>2.</a:t>
            </a:r>
            <a:r>
              <a:rPr dirty="0" sz="3450" spc="45">
                <a:solidFill>
                  <a:srgbClr val="0C0C08"/>
                </a:solidFill>
                <a:latin typeface="Arial Unicode MS"/>
                <a:cs typeface="Arial Unicode MS"/>
              </a:rPr>
              <a:t>채우고</a:t>
            </a:r>
            <a:endParaRPr sz="345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80619" y="4366353"/>
            <a:ext cx="184785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-50">
                <a:solidFill>
                  <a:srgbClr val="A1A78A"/>
                </a:solidFill>
                <a:latin typeface="Times New Roman"/>
                <a:cs typeface="Times New Roman"/>
              </a:rPr>
              <a:t>/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65301" y="6166379"/>
            <a:ext cx="258826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70">
                <a:solidFill>
                  <a:srgbClr val="0C0C08"/>
                </a:solidFill>
                <a:latin typeface="Times New Roman"/>
                <a:cs typeface="Times New Roman"/>
              </a:rPr>
              <a:t>3.</a:t>
            </a:r>
            <a:r>
              <a:rPr dirty="0" sz="3550" spc="-70">
                <a:solidFill>
                  <a:srgbClr val="0C0C08"/>
                </a:solidFill>
                <a:latin typeface="Arial Unicode MS"/>
                <a:cs typeface="Arial Unicode MS"/>
              </a:rPr>
              <a:t>안아주세요</a:t>
            </a:r>
            <a:endParaRPr sz="35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0" y="3217332"/>
            <a:ext cx="2216223" cy="25532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570" y="3242866"/>
            <a:ext cx="3031387" cy="2527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19024" y="3217332"/>
            <a:ext cx="2292645" cy="255322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8429" rIns="0" bIns="0" rtlCol="0" vert="horz">
            <a:spAutoFit/>
          </a:bodyPr>
          <a:lstStyle/>
          <a:p>
            <a:pPr marL="2211070">
              <a:lnSpc>
                <a:spcPct val="100000"/>
              </a:lnSpc>
              <a:spcBef>
                <a:spcPts val="130"/>
              </a:spcBef>
            </a:pPr>
            <a:r>
              <a:rPr dirty="0" spc="-600"/>
              <a:t>편안합의</a:t>
            </a:r>
            <a:r>
              <a:rPr dirty="0" spc="-290"/>
              <a:t> </a:t>
            </a:r>
            <a:r>
              <a:rPr dirty="0" spc="-360"/>
              <a:t>기본은</a:t>
            </a:r>
            <a:r>
              <a:rPr dirty="0" spc="-525"/>
              <a:t> </a:t>
            </a:r>
            <a:r>
              <a:rPr dirty="0" spc="-295"/>
              <a:t>‘완벽한</a:t>
            </a:r>
            <a:r>
              <a:rPr dirty="0" spc="-550"/>
              <a:t> </a:t>
            </a:r>
            <a:r>
              <a:rPr dirty="0" spc="-325"/>
              <a:t>안전'입니다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3698" y="4387564"/>
            <a:ext cx="4724400" cy="3561079"/>
          </a:xfrm>
          <a:prstGeom prst="rect">
            <a:avLst/>
          </a:prstGeom>
        </p:spPr>
        <p:txBody>
          <a:bodyPr wrap="square" lIns="0" tIns="455930" rIns="0" bIns="0" rtlCol="0" vert="horz">
            <a:spAutoFit/>
          </a:bodyPr>
          <a:lstStyle/>
          <a:p>
            <a:pPr algn="ctr" marR="786765">
              <a:lnSpc>
                <a:spcPct val="100000"/>
              </a:lnSpc>
              <a:spcBef>
                <a:spcPts val="3590"/>
              </a:spcBef>
            </a:pPr>
            <a:r>
              <a:rPr dirty="0" sz="7200" spc="-50">
                <a:solidFill>
                  <a:srgbClr val="A5AA90"/>
                </a:solidFill>
                <a:latin typeface="Arial"/>
                <a:cs typeface="Arial"/>
              </a:rPr>
              <a:t>`</a:t>
            </a:r>
            <a:endParaRPr sz="7200">
              <a:latin typeface="Arial"/>
              <a:cs typeface="Arial"/>
            </a:endParaRPr>
          </a:p>
          <a:p>
            <a:pPr algn="ctr" marL="14604">
              <a:lnSpc>
                <a:spcPct val="100000"/>
              </a:lnSpc>
              <a:spcBef>
                <a:spcPts val="1895"/>
              </a:spcBef>
            </a:pPr>
            <a:r>
              <a:rPr dirty="0" sz="3900" spc="150">
                <a:solidFill>
                  <a:srgbClr val="0F0F08"/>
                </a:solidFill>
                <a:latin typeface="Arial"/>
                <a:cs typeface="Arial"/>
              </a:rPr>
              <a:t>M</a:t>
            </a:r>
            <a:r>
              <a:rPr dirty="0" sz="3500" spc="150">
                <a:solidFill>
                  <a:srgbClr val="0F0F08"/>
                </a:solidFill>
                <a:latin typeface="Arial Unicode MS"/>
                <a:cs typeface="Arial Unicode MS"/>
              </a:rPr>
              <a:t>자포지션유지</a:t>
            </a:r>
            <a:endParaRPr sz="35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1650"/>
              </a:spcBef>
            </a:pPr>
            <a:r>
              <a:rPr dirty="0" sz="2800" spc="-365">
                <a:solidFill>
                  <a:srgbClr val="0F0F08"/>
                </a:solidFill>
                <a:latin typeface="Arial Unicode MS"/>
                <a:cs typeface="Arial Unicode MS"/>
              </a:rPr>
              <a:t>아기의</a:t>
            </a:r>
            <a:r>
              <a:rPr dirty="0" sz="2800" spc="-150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900" spc="-409">
                <a:solidFill>
                  <a:srgbClr val="0F0F08"/>
                </a:solidFill>
                <a:latin typeface="Arial Unicode MS"/>
                <a:cs typeface="Arial Unicode MS"/>
              </a:rPr>
              <a:t>건강한</a:t>
            </a:r>
            <a:r>
              <a:rPr dirty="0" sz="2900" spc="-310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900" spc="-434">
                <a:solidFill>
                  <a:srgbClr val="0F0F08"/>
                </a:solidFill>
                <a:latin typeface="Arial Unicode MS"/>
                <a:cs typeface="Arial Unicode MS"/>
              </a:rPr>
              <a:t>고관절</a:t>
            </a:r>
            <a:r>
              <a:rPr dirty="0" sz="2900" spc="-38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3000" spc="-480">
                <a:solidFill>
                  <a:srgbClr val="0F0F08"/>
                </a:solidFill>
                <a:latin typeface="Arial Unicode MS"/>
                <a:cs typeface="Arial Unicode MS"/>
              </a:rPr>
              <a:t>발달을</a:t>
            </a:r>
            <a:r>
              <a:rPr dirty="0" sz="3000" spc="-45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900" spc="-315">
                <a:solidFill>
                  <a:srgbClr val="0F0F08"/>
                </a:solidFill>
                <a:latin typeface="Arial Unicode MS"/>
                <a:cs typeface="Arial Unicode MS"/>
              </a:rPr>
              <a:t>돕는</a:t>
            </a:r>
            <a:endParaRPr sz="29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2800" spc="-250">
                <a:solidFill>
                  <a:srgbClr val="0F0F08"/>
                </a:solidFill>
                <a:latin typeface="Arial Unicode MS"/>
                <a:cs typeface="Arial Unicode MS"/>
              </a:rPr>
              <a:t>가장이상적인</a:t>
            </a:r>
            <a:r>
              <a:rPr dirty="0" sz="2800" spc="-21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25">
                <a:solidFill>
                  <a:srgbClr val="0F0F08"/>
                </a:solidFill>
                <a:latin typeface="Arial Unicode MS"/>
                <a:cs typeface="Arial Unicode MS"/>
              </a:rPr>
              <a:t>자세.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772" y="5842758"/>
            <a:ext cx="3235325" cy="2105660"/>
          </a:xfrm>
          <a:prstGeom prst="rect">
            <a:avLst/>
          </a:prstGeom>
        </p:spPr>
        <p:txBody>
          <a:bodyPr wrap="square" lIns="0" tIns="338455" rIns="0" bIns="0" rtlCol="0" vert="horz">
            <a:spAutoFit/>
          </a:bodyPr>
          <a:lstStyle/>
          <a:p>
            <a:pPr algn="ctr" marL="117475">
              <a:lnSpc>
                <a:spcPct val="100000"/>
              </a:lnSpc>
              <a:spcBef>
                <a:spcPts val="2665"/>
              </a:spcBef>
            </a:pPr>
            <a:r>
              <a:rPr dirty="0" sz="3900" spc="70">
                <a:solidFill>
                  <a:srgbClr val="0F0F08"/>
                </a:solidFill>
                <a:latin typeface="Arial"/>
                <a:cs typeface="Arial"/>
              </a:rPr>
              <a:t>3</a:t>
            </a:r>
            <a:r>
              <a:rPr dirty="0" sz="3500" spc="70">
                <a:solidFill>
                  <a:srgbClr val="0F0F08"/>
                </a:solidFill>
                <a:latin typeface="Arial Unicode MS"/>
                <a:cs typeface="Arial Unicode MS"/>
              </a:rPr>
              <a:t>중잠금장치</a:t>
            </a:r>
            <a:endParaRPr sz="3500">
              <a:latin typeface="Arial Unicode MS"/>
              <a:cs typeface="Arial Unicode MS"/>
            </a:endParaRPr>
          </a:p>
          <a:p>
            <a:pPr algn="ctr" marL="12700" marR="5080">
              <a:lnSpc>
                <a:spcPct val="116700"/>
              </a:lnSpc>
              <a:spcBef>
                <a:spcPts val="1290"/>
              </a:spcBef>
            </a:pPr>
            <a:r>
              <a:rPr dirty="0" sz="2800" spc="-290">
                <a:solidFill>
                  <a:srgbClr val="0F0F08"/>
                </a:solidFill>
                <a:latin typeface="Arial Unicode MS"/>
                <a:cs typeface="Arial Unicode MS"/>
              </a:rPr>
              <a:t>만에하나의불안함까지 </a:t>
            </a:r>
            <a:r>
              <a:rPr dirty="0" sz="2800" spc="-305">
                <a:solidFill>
                  <a:srgbClr val="0F0F08"/>
                </a:solidFill>
                <a:latin typeface="Arial Unicode MS"/>
                <a:cs typeface="Arial Unicode MS"/>
              </a:rPr>
              <a:t>완벽하게해소합니다.</a:t>
            </a:r>
            <a:endParaRPr sz="28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52195" y="5940111"/>
            <a:ext cx="4770755" cy="2011045"/>
          </a:xfrm>
          <a:prstGeom prst="rect">
            <a:avLst/>
          </a:prstGeom>
        </p:spPr>
        <p:txBody>
          <a:bodyPr wrap="square" lIns="0" tIns="292100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2300"/>
              </a:spcBef>
            </a:pPr>
            <a:r>
              <a:rPr dirty="0" sz="3500" spc="-10">
                <a:solidFill>
                  <a:srgbClr val="0F0F08"/>
                </a:solidFill>
                <a:latin typeface="Arial Unicode MS"/>
                <a:cs typeface="Arial Unicode MS"/>
              </a:rPr>
              <a:t>프리미엄안전소재</a:t>
            </a:r>
            <a:endParaRPr sz="35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1830"/>
              </a:spcBef>
            </a:pPr>
            <a:r>
              <a:rPr dirty="0" sz="2900" spc="-409">
                <a:solidFill>
                  <a:srgbClr val="0F0F08"/>
                </a:solidFill>
                <a:latin typeface="Arial Unicode MS"/>
                <a:cs typeface="Arial Unicode MS"/>
              </a:rPr>
              <a:t>연약한</a:t>
            </a:r>
            <a:r>
              <a:rPr dirty="0" sz="2900" spc="-440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310">
                <a:solidFill>
                  <a:srgbClr val="0F0F08"/>
                </a:solidFill>
                <a:latin typeface="Arial Unicode MS"/>
                <a:cs typeface="Arial Unicode MS"/>
              </a:rPr>
              <a:t>아기</a:t>
            </a:r>
            <a:r>
              <a:rPr dirty="0" sz="2800" spc="-19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340">
                <a:solidFill>
                  <a:srgbClr val="0F0F08"/>
                </a:solidFill>
                <a:latin typeface="Arial Unicode MS"/>
                <a:cs typeface="Arial Unicode MS"/>
              </a:rPr>
              <a:t>피부에</a:t>
            </a:r>
            <a:r>
              <a:rPr dirty="0" sz="2800" spc="-270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280">
                <a:solidFill>
                  <a:srgbClr val="0F0F08"/>
                </a:solidFill>
                <a:latin typeface="Arial Unicode MS"/>
                <a:cs typeface="Arial Unicode MS"/>
              </a:rPr>
              <a:t>직접</a:t>
            </a:r>
            <a:r>
              <a:rPr dirty="0" sz="2800" spc="-27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330">
                <a:solidFill>
                  <a:srgbClr val="0F0F08"/>
                </a:solidFill>
                <a:latin typeface="Arial Unicode MS"/>
                <a:cs typeface="Arial Unicode MS"/>
              </a:rPr>
              <a:t>닿으니까,</a:t>
            </a:r>
            <a:endParaRPr sz="2800">
              <a:latin typeface="Arial Unicode MS"/>
              <a:cs typeface="Arial Unicode MS"/>
            </a:endParaRPr>
          </a:p>
          <a:p>
            <a:pPr algn="ctr" marL="12065">
              <a:lnSpc>
                <a:spcPct val="100000"/>
              </a:lnSpc>
              <a:spcBef>
                <a:spcPts val="440"/>
              </a:spcBef>
            </a:pPr>
            <a:r>
              <a:rPr dirty="0" sz="2900" spc="-409">
                <a:solidFill>
                  <a:srgbClr val="0F0F08"/>
                </a:solidFill>
                <a:latin typeface="Arial Unicode MS"/>
                <a:cs typeface="Arial Unicode MS"/>
              </a:rPr>
              <a:t>소재는</a:t>
            </a:r>
            <a:r>
              <a:rPr dirty="0" sz="2900" spc="-425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365">
                <a:solidFill>
                  <a:srgbClr val="0F0F08"/>
                </a:solidFill>
                <a:latin typeface="Arial Unicode MS"/>
                <a:cs typeface="Arial Unicode MS"/>
              </a:rPr>
              <a:t>타협하지</a:t>
            </a:r>
            <a:r>
              <a:rPr dirty="0" sz="2800" spc="-204">
                <a:solidFill>
                  <a:srgbClr val="0F0F08"/>
                </a:solidFill>
                <a:latin typeface="Arial Unicode MS"/>
                <a:cs typeface="Arial Unicode MS"/>
              </a:rPr>
              <a:t> </a:t>
            </a:r>
            <a:r>
              <a:rPr dirty="0" sz="2800" spc="-280">
                <a:solidFill>
                  <a:srgbClr val="0F0F08"/>
                </a:solidFill>
                <a:latin typeface="Arial Unicode MS"/>
                <a:cs typeface="Arial Unicode MS"/>
              </a:rPr>
              <a:t>않습니다.</a:t>
            </a:r>
            <a:endParaRPr sz="28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45670" y="983323"/>
            <a:ext cx="7757795" cy="7150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0" spc="-140">
                <a:solidFill>
                  <a:srgbClr val="34342F"/>
                </a:solidFill>
              </a:rPr>
              <a:t>불안했던</a:t>
            </a:r>
            <a:r>
              <a:rPr dirty="0" sz="4500" spc="-295">
                <a:solidFill>
                  <a:srgbClr val="34342F"/>
                </a:solidFill>
              </a:rPr>
              <a:t> </a:t>
            </a:r>
            <a:r>
              <a:rPr dirty="0" sz="4500" spc="-10">
                <a:solidFill>
                  <a:srgbClr val="34342F"/>
                </a:solidFill>
              </a:rPr>
              <a:t>순간,</a:t>
            </a:r>
            <a:r>
              <a:rPr dirty="0" sz="4500" spc="-630">
                <a:solidFill>
                  <a:srgbClr val="34342F"/>
                </a:solidFill>
              </a:rPr>
              <a:t> </a:t>
            </a:r>
            <a:r>
              <a:rPr dirty="0" sz="4500" spc="90">
                <a:solidFill>
                  <a:srgbClr val="34342F"/>
                </a:solidFill>
              </a:rPr>
              <a:t>이재</a:t>
            </a:r>
            <a:r>
              <a:rPr dirty="0" sz="4500" spc="-565">
                <a:solidFill>
                  <a:srgbClr val="34342F"/>
                </a:solidFill>
              </a:rPr>
              <a:t> </a:t>
            </a:r>
            <a:r>
              <a:rPr dirty="0" sz="4500" spc="-140">
                <a:solidFill>
                  <a:srgbClr val="34342F"/>
                </a:solidFill>
              </a:rPr>
              <a:t>안심하세요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2479889" y="2598241"/>
            <a:ext cx="455676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00" spc="-235">
                <a:solidFill>
                  <a:srgbClr val="34342F"/>
                </a:solidFill>
                <a:latin typeface="Arial"/>
                <a:cs typeface="Arial"/>
              </a:rPr>
              <a:t>3</a:t>
            </a:r>
            <a:r>
              <a:rPr dirty="0" sz="3150" spc="-235">
                <a:solidFill>
                  <a:srgbClr val="34342F"/>
                </a:solidFill>
                <a:latin typeface="Arial Unicode MS"/>
                <a:cs typeface="Arial Unicode MS"/>
              </a:rPr>
              <a:t>중</a:t>
            </a:r>
            <a:r>
              <a:rPr dirty="0" sz="3000" spc="-235">
                <a:solidFill>
                  <a:srgbClr val="34342F"/>
                </a:solidFill>
                <a:latin typeface="Arial Unicode MS"/>
                <a:cs typeface="Arial Unicode MS"/>
              </a:rPr>
              <a:t>잠금장치로</a:t>
            </a:r>
            <a:r>
              <a:rPr dirty="0" sz="3000" spc="-229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3000" spc="-160">
                <a:solidFill>
                  <a:srgbClr val="34342F"/>
                </a:solidFill>
                <a:latin typeface="Arial Unicode MS"/>
                <a:cs typeface="Arial Unicode MS"/>
              </a:rPr>
              <a:t>가장</a:t>
            </a:r>
            <a:r>
              <a:rPr dirty="0" sz="2950" spc="-160">
                <a:solidFill>
                  <a:srgbClr val="34342F"/>
                </a:solidFill>
                <a:latin typeface="Arial Unicode MS"/>
                <a:cs typeface="Arial Unicode MS"/>
              </a:rPr>
              <a:t>안전하게</a:t>
            </a:r>
            <a:endParaRPr sz="29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0642" y="3964218"/>
            <a:ext cx="565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6E6052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1143" y="4354559"/>
            <a:ext cx="213360" cy="99060"/>
          </a:xfrm>
          <a:prstGeom prst="rect">
            <a:avLst/>
          </a:prstGeom>
        </p:spPr>
        <p:txBody>
          <a:bodyPr wrap="square" lIns="0" tIns="2286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spc="-25">
                <a:solidFill>
                  <a:srgbClr val="8E8980"/>
                </a:solidFill>
                <a:latin typeface="Arial Unicode MS"/>
                <a:cs typeface="Arial Unicode MS"/>
              </a:rPr>
              <a:t>,</a:t>
            </a:r>
            <a:r>
              <a:rPr dirty="0" sz="1100" spc="-25">
                <a:latin typeface="Arial Unicode MS"/>
                <a:cs typeface="Arial Unicode MS"/>
              </a:rPr>
              <a:t>’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0025" y="7488132"/>
            <a:ext cx="5329555" cy="86423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831850" marR="5080" indent="-819785">
              <a:lnSpc>
                <a:spcPct val="124700"/>
              </a:lnSpc>
              <a:spcBef>
                <a:spcPts val="145"/>
              </a:spcBef>
            </a:pPr>
            <a:r>
              <a:rPr dirty="0" sz="2050" spc="-110">
                <a:solidFill>
                  <a:srgbClr val="34342F"/>
                </a:solidFill>
                <a:latin typeface="Arial Unicode MS"/>
                <a:cs typeface="Arial Unicode MS"/>
              </a:rPr>
              <a:t>허리와</a:t>
            </a:r>
            <a:r>
              <a:rPr dirty="0" sz="2050" spc="-20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>
                <a:solidFill>
                  <a:srgbClr val="34342F"/>
                </a:solidFill>
                <a:latin typeface="Arial Unicode MS"/>
                <a:cs typeface="Arial Unicode MS"/>
              </a:rPr>
              <a:t>등,</a:t>
            </a:r>
            <a:r>
              <a:rPr dirty="0" sz="2100" spc="-30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35">
                <a:solidFill>
                  <a:srgbClr val="34342F"/>
                </a:solidFill>
                <a:latin typeface="Arial Unicode MS"/>
                <a:cs typeface="Arial Unicode MS"/>
              </a:rPr>
              <a:t>어깨를</a:t>
            </a:r>
            <a:r>
              <a:rPr dirty="0" sz="2100" spc="-24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90">
                <a:solidFill>
                  <a:srgbClr val="34342F"/>
                </a:solidFill>
                <a:latin typeface="Arial Unicode MS"/>
                <a:cs typeface="Arial Unicode MS"/>
              </a:rPr>
              <a:t>잇는</a:t>
            </a:r>
            <a:r>
              <a:rPr dirty="0" sz="2100" spc="-229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250" spc="-45">
                <a:solidFill>
                  <a:srgbClr val="34342F"/>
                </a:solidFill>
                <a:latin typeface="Arial Unicode MS"/>
                <a:cs typeface="Arial Unicode MS"/>
              </a:rPr>
              <a:t>종</a:t>
            </a:r>
            <a:r>
              <a:rPr dirty="0" sz="2250" spc="-33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200" spc="-65">
                <a:solidFill>
                  <a:srgbClr val="34342F"/>
                </a:solidFill>
                <a:latin typeface="Arial"/>
                <a:cs typeface="Arial"/>
              </a:rPr>
              <a:t>3</a:t>
            </a:r>
            <a:r>
              <a:rPr dirty="0" sz="2050" spc="-65">
                <a:solidFill>
                  <a:srgbClr val="34342F"/>
                </a:solidFill>
                <a:latin typeface="Arial Unicode MS"/>
                <a:cs typeface="Arial Unicode MS"/>
              </a:rPr>
              <a:t>개의</a:t>
            </a:r>
            <a:r>
              <a:rPr dirty="0" sz="2100" spc="-65">
                <a:solidFill>
                  <a:srgbClr val="34342F"/>
                </a:solidFill>
                <a:latin typeface="Arial Unicode MS"/>
                <a:cs typeface="Arial Unicode MS"/>
              </a:rPr>
              <a:t>이중장금장지가 </a:t>
            </a:r>
            <a:r>
              <a:rPr dirty="0" sz="2100" spc="-155">
                <a:solidFill>
                  <a:srgbClr val="34342F"/>
                </a:solidFill>
                <a:latin typeface="Arial Unicode MS"/>
                <a:cs typeface="Arial Unicode MS"/>
              </a:rPr>
              <a:t>아이를</a:t>
            </a:r>
            <a:r>
              <a:rPr dirty="0" sz="2100" spc="-19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05">
                <a:solidFill>
                  <a:srgbClr val="34342F"/>
                </a:solidFill>
                <a:latin typeface="Arial Unicode MS"/>
                <a:cs typeface="Arial Unicode MS"/>
              </a:rPr>
              <a:t>가장안전하게</a:t>
            </a:r>
            <a:r>
              <a:rPr dirty="0" sz="2100" spc="-21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0">
                <a:solidFill>
                  <a:srgbClr val="34342F"/>
                </a:solidFill>
                <a:latin typeface="Arial Unicode MS"/>
                <a:cs typeface="Arial Unicode MS"/>
              </a:rPr>
              <a:t>지켜줍니다.</a:t>
            </a:r>
            <a:endParaRPr sz="21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09980" y="2604624"/>
            <a:ext cx="467106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70">
                <a:solidFill>
                  <a:srgbClr val="34342F"/>
                </a:solidFill>
                <a:latin typeface="Arial Unicode MS"/>
                <a:cs typeface="Arial Unicode MS"/>
              </a:rPr>
              <a:t>건강한</a:t>
            </a:r>
            <a:r>
              <a:rPr dirty="0" sz="3000" spc="-28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3050" spc="160">
                <a:solidFill>
                  <a:srgbClr val="34342F"/>
                </a:solidFill>
                <a:latin typeface="Arial"/>
                <a:cs typeface="Arial"/>
              </a:rPr>
              <a:t>M-</a:t>
            </a:r>
            <a:r>
              <a:rPr dirty="0" sz="3050" spc="120">
                <a:solidFill>
                  <a:srgbClr val="34342F"/>
                </a:solidFill>
                <a:latin typeface="Arial"/>
                <a:cs typeface="Arial"/>
              </a:rPr>
              <a:t>Pos</a:t>
            </a:r>
            <a:r>
              <a:rPr dirty="0" sz="3100" spc="120">
                <a:solidFill>
                  <a:srgbClr val="34342F"/>
                </a:solidFill>
                <a:latin typeface="Arial Unicode MS"/>
                <a:cs typeface="Arial Unicode MS"/>
              </a:rPr>
              <a:t>iti</a:t>
            </a:r>
            <a:r>
              <a:rPr dirty="0" sz="3050" spc="120">
                <a:solidFill>
                  <a:srgbClr val="34342F"/>
                </a:solidFill>
                <a:latin typeface="Arial"/>
                <a:cs typeface="Arial"/>
              </a:rPr>
              <a:t>on</a:t>
            </a:r>
            <a:r>
              <a:rPr dirty="0" sz="3050" spc="-200">
                <a:solidFill>
                  <a:srgbClr val="34342F"/>
                </a:solidFill>
                <a:latin typeface="Arial"/>
                <a:cs typeface="Arial"/>
              </a:rPr>
              <a:t> </a:t>
            </a:r>
            <a:r>
              <a:rPr dirty="0" sz="2950" spc="-245">
                <a:solidFill>
                  <a:srgbClr val="34342F"/>
                </a:solidFill>
                <a:latin typeface="Arial Unicode MS"/>
                <a:cs typeface="Arial Unicode MS"/>
              </a:rPr>
              <a:t>자세</a:t>
            </a:r>
            <a:r>
              <a:rPr dirty="0" sz="2950" spc="-21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950" spc="-320">
                <a:solidFill>
                  <a:srgbClr val="34342F"/>
                </a:solidFill>
                <a:latin typeface="Arial Unicode MS"/>
                <a:cs typeface="Arial Unicode MS"/>
              </a:rPr>
              <a:t>유지</a:t>
            </a:r>
            <a:endParaRPr sz="295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808754" y="5314682"/>
            <a:ext cx="937894" cy="859790"/>
          </a:xfrm>
          <a:custGeom>
            <a:avLst/>
            <a:gdLst/>
            <a:ahLst/>
            <a:cxnLst/>
            <a:rect l="l" t="t" r="r" b="b"/>
            <a:pathLst>
              <a:path w="937895" h="859789">
                <a:moveTo>
                  <a:pt x="937552" y="0"/>
                </a:moveTo>
                <a:lnTo>
                  <a:pt x="0" y="0"/>
                </a:lnTo>
                <a:lnTo>
                  <a:pt x="0" y="366064"/>
                </a:lnTo>
                <a:lnTo>
                  <a:pt x="0" y="404355"/>
                </a:lnTo>
                <a:lnTo>
                  <a:pt x="0" y="455434"/>
                </a:lnTo>
                <a:lnTo>
                  <a:pt x="0" y="770420"/>
                </a:lnTo>
                <a:lnTo>
                  <a:pt x="0" y="859777"/>
                </a:lnTo>
                <a:lnTo>
                  <a:pt x="937552" y="859777"/>
                </a:lnTo>
                <a:lnTo>
                  <a:pt x="937552" y="770420"/>
                </a:lnTo>
                <a:lnTo>
                  <a:pt x="937552" y="455434"/>
                </a:lnTo>
                <a:lnTo>
                  <a:pt x="937552" y="404355"/>
                </a:lnTo>
                <a:lnTo>
                  <a:pt x="937552" y="366064"/>
                </a:lnTo>
                <a:lnTo>
                  <a:pt x="937552" y="0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092615" y="5489569"/>
            <a:ext cx="384175" cy="55244"/>
          </a:xfrm>
          <a:prstGeom prst="rect">
            <a:avLst/>
          </a:prstGeom>
        </p:spPr>
        <p:txBody>
          <a:bodyPr wrap="square" lIns="0" tIns="20320" rIns="0" bIns="0" rtlCol="0" vert="vert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2250" spc="-50">
                <a:solidFill>
                  <a:srgbClr val="B8BAAF"/>
                </a:solidFill>
                <a:latin typeface="Arial Unicode MS"/>
                <a:cs typeface="Arial Unicode MS"/>
              </a:rPr>
              <a:t>'</a:t>
            </a:r>
            <a:endParaRPr sz="22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92615" y="5835094"/>
            <a:ext cx="384175" cy="95885"/>
          </a:xfrm>
          <a:prstGeom prst="rect">
            <a:avLst/>
          </a:prstGeom>
        </p:spPr>
        <p:txBody>
          <a:bodyPr wrap="square" lIns="0" tIns="20320" rIns="0" bIns="0" rtlCol="0" vert="vert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2250" spc="-50">
                <a:solidFill>
                  <a:srgbClr val="B8BAAF"/>
                </a:solidFill>
                <a:latin typeface="Arial Unicode MS"/>
                <a:cs typeface="Arial Unicode MS"/>
              </a:rPr>
              <a:t>`</a:t>
            </a:r>
            <a:endParaRPr sz="225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79915" y="5911758"/>
            <a:ext cx="409575" cy="121285"/>
          </a:xfrm>
          <a:prstGeom prst="rect">
            <a:avLst/>
          </a:prstGeom>
        </p:spPr>
        <p:txBody>
          <a:bodyPr wrap="square" lIns="0" tIns="3302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250" spc="-50">
                <a:solidFill>
                  <a:srgbClr val="B8BAAF"/>
                </a:solidFill>
                <a:latin typeface="Arial Unicode MS"/>
                <a:cs typeface="Arial Unicode MS"/>
              </a:rPr>
              <a:t>`</a:t>
            </a:r>
            <a:endParaRPr sz="225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903788" y="5467502"/>
            <a:ext cx="625475" cy="448945"/>
          </a:xfrm>
          <a:custGeom>
            <a:avLst/>
            <a:gdLst/>
            <a:ahLst/>
            <a:cxnLst/>
            <a:rect l="l" t="t" r="r" b="b"/>
            <a:pathLst>
              <a:path w="625475" h="448945">
                <a:moveTo>
                  <a:pt x="625030" y="0"/>
                </a:moveTo>
                <a:lnTo>
                  <a:pt x="0" y="0"/>
                </a:lnTo>
                <a:lnTo>
                  <a:pt x="0" y="88506"/>
                </a:lnTo>
                <a:lnTo>
                  <a:pt x="0" y="178777"/>
                </a:lnTo>
                <a:lnTo>
                  <a:pt x="0" y="269557"/>
                </a:lnTo>
                <a:lnTo>
                  <a:pt x="0" y="358076"/>
                </a:lnTo>
                <a:lnTo>
                  <a:pt x="0" y="448348"/>
                </a:lnTo>
                <a:lnTo>
                  <a:pt x="625030" y="448348"/>
                </a:lnTo>
                <a:lnTo>
                  <a:pt x="625030" y="358076"/>
                </a:lnTo>
                <a:lnTo>
                  <a:pt x="625030" y="269557"/>
                </a:lnTo>
                <a:lnTo>
                  <a:pt x="625030" y="178777"/>
                </a:lnTo>
                <a:lnTo>
                  <a:pt x="625030" y="88506"/>
                </a:lnTo>
                <a:lnTo>
                  <a:pt x="625030" y="0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080329" y="5563054"/>
            <a:ext cx="281940" cy="252095"/>
          </a:xfrm>
          <a:prstGeom prst="rect">
            <a:avLst/>
          </a:prstGeom>
        </p:spPr>
        <p:txBody>
          <a:bodyPr wrap="square" lIns="0" tIns="26034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500">
                <a:solidFill>
                  <a:srgbClr val="B8BAAF"/>
                </a:solidFill>
                <a:latin typeface="Arial Unicode MS"/>
                <a:cs typeface="Arial Unicode MS"/>
              </a:rPr>
              <a:t>,</a:t>
            </a:r>
            <a:r>
              <a:rPr dirty="0" sz="1500" spc="-75">
                <a:solidFill>
                  <a:srgbClr val="B8BAAF"/>
                </a:solidFill>
                <a:latin typeface="Arial Unicode MS"/>
                <a:cs typeface="Arial Unicode MS"/>
              </a:rPr>
              <a:t> </a:t>
            </a:r>
            <a:r>
              <a:rPr dirty="0" sz="1500">
                <a:solidFill>
                  <a:srgbClr val="B8BAAF"/>
                </a:solidFill>
                <a:latin typeface="Arial Unicode MS"/>
                <a:cs typeface="Arial Unicode MS"/>
              </a:rPr>
              <a:t>'</a:t>
            </a:r>
            <a:r>
              <a:rPr dirty="0" sz="1500" spc="-20">
                <a:solidFill>
                  <a:srgbClr val="B8BAAF"/>
                </a:solidFill>
                <a:latin typeface="Arial Unicode MS"/>
                <a:cs typeface="Arial Unicode MS"/>
              </a:rPr>
              <a:t> </a:t>
            </a:r>
            <a:r>
              <a:rPr dirty="0" sz="1500" spc="-50">
                <a:solidFill>
                  <a:srgbClr val="B8BAAF"/>
                </a:solidFill>
                <a:latin typeface="Arial Unicode MS"/>
                <a:cs typeface="Arial Unicode MS"/>
              </a:rPr>
              <a:t>’</a:t>
            </a:r>
            <a:endParaRPr sz="1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21718" y="4621676"/>
            <a:ext cx="164020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26235" algn="l"/>
              </a:tabLst>
            </a:pPr>
            <a:r>
              <a:rPr dirty="0" sz="7200">
                <a:solidFill>
                  <a:srgbClr val="A0A08E"/>
                </a:solidFill>
                <a:latin typeface="Arial"/>
                <a:cs typeface="Arial"/>
              </a:rPr>
              <a:t>\</a:t>
            </a:r>
            <a:r>
              <a:rPr dirty="0" sz="7200" spc="-405">
                <a:solidFill>
                  <a:srgbClr val="A0A08E"/>
                </a:solidFill>
                <a:latin typeface="Arial"/>
                <a:cs typeface="Arial"/>
              </a:rPr>
              <a:t> </a:t>
            </a:r>
            <a:r>
              <a:rPr dirty="0" u="heavy" sz="7200">
                <a:solidFill>
                  <a:srgbClr val="A0A08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7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16412" y="5780970"/>
            <a:ext cx="1452245" cy="452755"/>
          </a:xfrm>
          <a:prstGeom prst="rect">
            <a:avLst/>
          </a:prstGeom>
          <a:solidFill>
            <a:srgbClr val="F2F2ED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700" spc="-50">
                <a:solidFill>
                  <a:srgbClr val="B8BAAF"/>
                </a:solidFill>
                <a:latin typeface="Times New Roman"/>
                <a:cs typeface="Times New Roman"/>
              </a:rPr>
              <a:t>\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049815" y="5812239"/>
            <a:ext cx="625475" cy="269875"/>
          </a:xfrm>
          <a:custGeom>
            <a:avLst/>
            <a:gdLst/>
            <a:ahLst/>
            <a:cxnLst/>
            <a:rect l="l" t="t" r="r" b="b"/>
            <a:pathLst>
              <a:path w="625475" h="269875">
                <a:moveTo>
                  <a:pt x="625029" y="269566"/>
                </a:moveTo>
                <a:lnTo>
                  <a:pt x="0" y="269566"/>
                </a:lnTo>
                <a:lnTo>
                  <a:pt x="0" y="0"/>
                </a:lnTo>
                <a:lnTo>
                  <a:pt x="625029" y="0"/>
                </a:lnTo>
                <a:lnTo>
                  <a:pt x="625029" y="269566"/>
                </a:lnTo>
                <a:close/>
              </a:path>
            </a:pathLst>
          </a:custGeom>
          <a:solidFill>
            <a:srgbClr val="F2F2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226351" y="5913069"/>
            <a:ext cx="281940" cy="67945"/>
          </a:xfrm>
          <a:prstGeom prst="rect">
            <a:avLst/>
          </a:prstGeom>
        </p:spPr>
        <p:txBody>
          <a:bodyPr wrap="square" lIns="0" tIns="26034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500" spc="-50">
                <a:solidFill>
                  <a:srgbClr val="B8BAAF"/>
                </a:solidFill>
                <a:latin typeface="Arial Unicode MS"/>
                <a:cs typeface="Arial Unicode MS"/>
              </a:rPr>
              <a:t>’</a:t>
            </a:r>
            <a:endParaRPr sz="1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28614" y="6451949"/>
            <a:ext cx="205104" cy="70485"/>
          </a:xfrm>
          <a:prstGeom prst="rect">
            <a:avLst/>
          </a:prstGeom>
        </p:spPr>
        <p:txBody>
          <a:bodyPr wrap="square" lIns="0" tIns="2222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50" spc="-50">
                <a:solidFill>
                  <a:srgbClr val="8E8980"/>
                </a:solidFill>
                <a:latin typeface="Arial Unicode MS"/>
                <a:cs typeface="Arial Unicode MS"/>
              </a:rPr>
              <a:t>(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55346" y="7495154"/>
            <a:ext cx="5443220" cy="12680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12065" marR="5080" indent="6350">
              <a:lnSpc>
                <a:spcPct val="124700"/>
              </a:lnSpc>
              <a:spcBef>
                <a:spcPts val="155"/>
              </a:spcBef>
            </a:pPr>
            <a:r>
              <a:rPr dirty="0" sz="2100" spc="-135">
                <a:solidFill>
                  <a:srgbClr val="34342F"/>
                </a:solidFill>
                <a:latin typeface="Arial Unicode MS"/>
                <a:cs typeface="Arial Unicode MS"/>
              </a:rPr>
              <a:t>아기가</a:t>
            </a:r>
            <a:r>
              <a:rPr dirty="0" sz="2100" spc="-27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90">
                <a:solidFill>
                  <a:srgbClr val="34342F"/>
                </a:solidFill>
                <a:latin typeface="Arial Unicode MS"/>
                <a:cs typeface="Arial Unicode MS"/>
              </a:rPr>
              <a:t>가장</a:t>
            </a:r>
            <a:r>
              <a:rPr dirty="0" sz="2100" spc="-24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210">
                <a:solidFill>
                  <a:srgbClr val="34342F"/>
                </a:solidFill>
                <a:latin typeface="Arial Unicode MS"/>
                <a:cs typeface="Arial Unicode MS"/>
              </a:rPr>
              <a:t>편안하고</a:t>
            </a:r>
            <a:r>
              <a:rPr dirty="0" sz="2100" spc="-9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75">
                <a:solidFill>
                  <a:srgbClr val="34342F"/>
                </a:solidFill>
                <a:latin typeface="Arial Unicode MS"/>
                <a:cs typeface="Arial Unicode MS"/>
              </a:rPr>
              <a:t>안정적인</a:t>
            </a:r>
            <a:r>
              <a:rPr dirty="0" sz="2100" spc="-4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200" spc="-10">
                <a:solidFill>
                  <a:srgbClr val="34342F"/>
                </a:solidFill>
                <a:latin typeface="Arial"/>
                <a:cs typeface="Arial"/>
              </a:rPr>
              <a:t>M</a:t>
            </a:r>
            <a:r>
              <a:rPr dirty="0" sz="2100" spc="-10">
                <a:solidFill>
                  <a:srgbClr val="34342F"/>
                </a:solidFill>
                <a:latin typeface="Arial Unicode MS"/>
                <a:cs typeface="Arial Unicode MS"/>
              </a:rPr>
              <a:t>자자세를 </a:t>
            </a:r>
            <a:r>
              <a:rPr dirty="0" sz="2100" spc="-195">
                <a:solidFill>
                  <a:srgbClr val="34342F"/>
                </a:solidFill>
                <a:latin typeface="Arial Unicode MS"/>
                <a:cs typeface="Arial Unicode MS"/>
              </a:rPr>
              <a:t>자연스럽게</a:t>
            </a:r>
            <a:r>
              <a:rPr dirty="0" sz="2100" spc="-12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95">
                <a:solidFill>
                  <a:srgbClr val="34342F"/>
                </a:solidFill>
                <a:latin typeface="Arial Unicode MS"/>
                <a:cs typeface="Arial Unicode MS"/>
              </a:rPr>
              <a:t>유지하도록</a:t>
            </a:r>
            <a:r>
              <a:rPr dirty="0" sz="2100" spc="-2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050" spc="-135">
                <a:solidFill>
                  <a:srgbClr val="34342F"/>
                </a:solidFill>
                <a:latin typeface="Arial Unicode MS"/>
                <a:cs typeface="Arial Unicode MS"/>
              </a:rPr>
              <a:t>설계되어,</a:t>
            </a:r>
            <a:r>
              <a:rPr dirty="0" sz="2050" spc="-4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050" spc="-150">
                <a:solidFill>
                  <a:srgbClr val="34342F"/>
                </a:solidFill>
                <a:latin typeface="Arial Unicode MS"/>
                <a:cs typeface="Arial Unicode MS"/>
              </a:rPr>
              <a:t>다리</a:t>
            </a:r>
            <a:r>
              <a:rPr dirty="0" sz="2050" spc="-8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050" spc="-135">
                <a:solidFill>
                  <a:srgbClr val="34342F"/>
                </a:solidFill>
                <a:latin typeface="Arial Unicode MS"/>
                <a:cs typeface="Arial Unicode MS"/>
              </a:rPr>
              <a:t>벌어짐이나 </a:t>
            </a:r>
            <a:r>
              <a:rPr dirty="0" sz="2200" spc="-290">
                <a:solidFill>
                  <a:srgbClr val="34342F"/>
                </a:solidFill>
                <a:latin typeface="Arial Unicode MS"/>
                <a:cs typeface="Arial Unicode MS"/>
              </a:rPr>
              <a:t>고관절에</a:t>
            </a:r>
            <a:r>
              <a:rPr dirty="0" sz="2200" spc="-135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050" spc="-70">
                <a:solidFill>
                  <a:srgbClr val="34342F"/>
                </a:solidFill>
                <a:latin typeface="Arial Unicode MS"/>
                <a:cs typeface="Arial Unicode MS"/>
              </a:rPr>
              <a:t>대한</a:t>
            </a:r>
            <a:r>
              <a:rPr dirty="0" sz="2050" spc="-200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75">
                <a:solidFill>
                  <a:srgbClr val="34342F"/>
                </a:solidFill>
                <a:latin typeface="Arial Unicode MS"/>
                <a:cs typeface="Arial Unicode MS"/>
              </a:rPr>
              <a:t>걱정을</a:t>
            </a:r>
            <a:r>
              <a:rPr dirty="0" sz="2100" spc="-204">
                <a:solidFill>
                  <a:srgbClr val="34342F"/>
                </a:solidFill>
                <a:latin typeface="Arial Unicode MS"/>
                <a:cs typeface="Arial Unicode MS"/>
              </a:rPr>
              <a:t> </a:t>
            </a:r>
            <a:r>
              <a:rPr dirty="0" sz="2100" spc="-10">
                <a:solidFill>
                  <a:srgbClr val="34342F"/>
                </a:solidFill>
                <a:latin typeface="Arial Unicode MS"/>
                <a:cs typeface="Arial Unicode MS"/>
              </a:rPr>
              <a:t>덜어줍니다.</a:t>
            </a:r>
            <a:endParaRPr sz="21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788473" cy="97025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102856" y="6665775"/>
            <a:ext cx="597535" cy="120650"/>
          </a:xfrm>
          <a:prstGeom prst="rect">
            <a:avLst/>
          </a:prstGeom>
        </p:spPr>
        <p:txBody>
          <a:bodyPr wrap="square" lIns="0" tIns="4318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3350" spc="-50">
                <a:solidFill>
                  <a:srgbClr val="B5957B"/>
                </a:solidFill>
                <a:latin typeface="Arial Unicode MS"/>
                <a:cs typeface="Arial Unicode MS"/>
              </a:rPr>
              <a:t>’</a:t>
            </a:r>
            <a:endParaRPr sz="33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842483" y="2064617"/>
            <a:ext cx="4838065" cy="2669540"/>
          </a:xfrm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12700" marR="5080" indent="5715">
              <a:lnSpc>
                <a:spcPts val="6840"/>
              </a:lnSpc>
              <a:spcBef>
                <a:spcPts val="385"/>
              </a:spcBef>
            </a:pPr>
            <a:r>
              <a:rPr dirty="0" sz="5350" spc="-150">
                <a:solidFill>
                  <a:srgbClr val="34332F"/>
                </a:solidFill>
              </a:rPr>
              <a:t>아이와가장넓게, </a:t>
            </a:r>
            <a:r>
              <a:rPr dirty="0" sz="5350" spc="-10">
                <a:solidFill>
                  <a:srgbClr val="34332F"/>
                </a:solidFill>
              </a:rPr>
              <a:t>가장오래닿는 </a:t>
            </a:r>
            <a:r>
              <a:rPr dirty="0" sz="5350" spc="-655">
                <a:solidFill>
                  <a:srgbClr val="34332F"/>
                </a:solidFill>
              </a:rPr>
              <a:t>부분이</a:t>
            </a:r>
            <a:r>
              <a:rPr dirty="0" sz="6900" spc="-655">
                <a:solidFill>
                  <a:srgbClr val="34332F"/>
                </a:solidFill>
                <a:latin typeface="Arial"/>
                <a:cs typeface="Arial"/>
              </a:rPr>
              <a:t>71</a:t>
            </a:r>
            <a:r>
              <a:rPr dirty="0" sz="5300" spc="-655">
                <a:solidFill>
                  <a:srgbClr val="34332F"/>
                </a:solidFill>
              </a:rPr>
              <a:t>에</a:t>
            </a:r>
            <a:endParaRPr sz="5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80643" y="5036766"/>
            <a:ext cx="5789930" cy="270891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850" spc="-180">
                <a:solidFill>
                  <a:srgbClr val="34332F"/>
                </a:solidFill>
                <a:latin typeface="Arial Unicode MS"/>
                <a:cs typeface="Arial Unicode MS"/>
              </a:rPr>
              <a:t>공인</a:t>
            </a:r>
            <a:r>
              <a:rPr dirty="0" sz="2850" spc="-25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60">
                <a:solidFill>
                  <a:srgbClr val="34332F"/>
                </a:solidFill>
                <a:latin typeface="Arial Unicode MS"/>
                <a:cs typeface="Arial Unicode MS"/>
              </a:rPr>
              <a:t>기관의</a:t>
            </a:r>
            <a:r>
              <a:rPr dirty="0" sz="2850" spc="-15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70">
                <a:solidFill>
                  <a:srgbClr val="34332F"/>
                </a:solidFill>
                <a:latin typeface="Arial Unicode MS"/>
                <a:cs typeface="Arial Unicode MS"/>
              </a:rPr>
              <a:t>피부자극테스트를</a:t>
            </a:r>
            <a:r>
              <a:rPr dirty="0" sz="2850" spc="-245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114">
                <a:solidFill>
                  <a:srgbClr val="34332F"/>
                </a:solidFill>
                <a:latin typeface="Arial Unicode MS"/>
                <a:cs typeface="Arial Unicode MS"/>
              </a:rPr>
              <a:t>완료한</a:t>
            </a:r>
            <a:endParaRPr sz="2850">
              <a:latin typeface="Arial Unicode MS"/>
              <a:cs typeface="Arial Unicode MS"/>
            </a:endParaRPr>
          </a:p>
          <a:p>
            <a:pPr marL="18415" indent="2540">
              <a:lnSpc>
                <a:spcPct val="100000"/>
              </a:lnSpc>
              <a:spcBef>
                <a:spcPts val="650"/>
              </a:spcBef>
            </a:pPr>
            <a:r>
              <a:rPr dirty="0" sz="3000" spc="-330">
                <a:solidFill>
                  <a:srgbClr val="34332F"/>
                </a:solidFill>
                <a:latin typeface="Arial Unicode MS"/>
                <a:cs typeface="Arial Unicode MS"/>
              </a:rPr>
              <a:t>죄고급</a:t>
            </a:r>
            <a:r>
              <a:rPr dirty="0" sz="3000" spc="-34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60">
                <a:solidFill>
                  <a:srgbClr val="34332F"/>
                </a:solidFill>
                <a:latin typeface="Arial Unicode MS"/>
                <a:cs typeface="Arial Unicode MS"/>
              </a:rPr>
              <a:t>기능성</a:t>
            </a:r>
            <a:r>
              <a:rPr dirty="0" sz="2850" spc="-8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04">
                <a:solidFill>
                  <a:srgbClr val="34332F"/>
                </a:solidFill>
                <a:latin typeface="Arial Unicode MS"/>
                <a:cs typeface="Arial Unicode MS"/>
              </a:rPr>
              <a:t>소재만을</a:t>
            </a:r>
            <a:r>
              <a:rPr dirty="0" sz="2850" spc="-245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35">
                <a:solidFill>
                  <a:srgbClr val="34332F"/>
                </a:solidFill>
                <a:latin typeface="Arial Unicode MS"/>
                <a:cs typeface="Arial Unicode MS"/>
              </a:rPr>
              <a:t>사용합니다.</a:t>
            </a:r>
            <a:endParaRPr sz="2850">
              <a:latin typeface="Arial Unicode MS"/>
              <a:cs typeface="Arial Unicode MS"/>
            </a:endParaRPr>
          </a:p>
          <a:p>
            <a:pPr marL="12700" marR="69850" indent="5715">
              <a:lnSpc>
                <a:spcPct val="124900"/>
              </a:lnSpc>
              <a:spcBef>
                <a:spcPts val="25"/>
              </a:spcBef>
            </a:pPr>
            <a:r>
              <a:rPr dirty="0" sz="2850" spc="-204">
                <a:solidFill>
                  <a:srgbClr val="34332F"/>
                </a:solidFill>
                <a:latin typeface="Arial Unicode MS"/>
                <a:cs typeface="Arial Unicode MS"/>
              </a:rPr>
              <a:t>뛰어난</a:t>
            </a:r>
            <a:r>
              <a:rPr dirty="0" sz="2850" spc="-27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04">
                <a:solidFill>
                  <a:srgbClr val="34332F"/>
                </a:solidFill>
                <a:latin typeface="Arial Unicode MS"/>
                <a:cs typeface="Arial Unicode MS"/>
              </a:rPr>
              <a:t>통기성과</a:t>
            </a:r>
            <a:r>
              <a:rPr dirty="0" sz="2850" spc="-275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04">
                <a:solidFill>
                  <a:srgbClr val="34332F"/>
                </a:solidFill>
                <a:latin typeface="Arial Unicode MS"/>
                <a:cs typeface="Arial Unicode MS"/>
              </a:rPr>
              <a:t>부드러운</a:t>
            </a:r>
            <a:r>
              <a:rPr dirty="0" sz="2850" spc="-30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10">
                <a:solidFill>
                  <a:srgbClr val="34332F"/>
                </a:solidFill>
                <a:latin typeface="Arial Unicode MS"/>
                <a:cs typeface="Arial Unicode MS"/>
              </a:rPr>
              <a:t>감촉으로, </a:t>
            </a:r>
            <a:r>
              <a:rPr dirty="0" sz="2850" spc="-180">
                <a:solidFill>
                  <a:srgbClr val="34332F"/>
                </a:solidFill>
                <a:latin typeface="Arial Unicode MS"/>
                <a:cs typeface="Arial Unicode MS"/>
              </a:rPr>
              <a:t>부모와</a:t>
            </a:r>
            <a:r>
              <a:rPr dirty="0" sz="2850" spc="-40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180">
                <a:solidFill>
                  <a:srgbClr val="34332F"/>
                </a:solidFill>
                <a:latin typeface="Arial Unicode MS"/>
                <a:cs typeface="Arial Unicode MS"/>
              </a:rPr>
              <a:t>아이</a:t>
            </a:r>
            <a:r>
              <a:rPr dirty="0" sz="2850" spc="-9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60">
                <a:solidFill>
                  <a:srgbClr val="34332F"/>
                </a:solidFill>
                <a:latin typeface="Arial Unicode MS"/>
                <a:cs typeface="Arial Unicode MS"/>
              </a:rPr>
              <a:t>모두에게</a:t>
            </a:r>
            <a:r>
              <a:rPr dirty="0" sz="2850" spc="-60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235">
                <a:solidFill>
                  <a:srgbClr val="34332F"/>
                </a:solidFill>
                <a:latin typeface="Arial Unicode MS"/>
                <a:cs typeface="Arial Unicode MS"/>
              </a:rPr>
              <a:t>쾌적하고</a:t>
            </a:r>
            <a:r>
              <a:rPr dirty="0" sz="2850" spc="-254">
                <a:solidFill>
                  <a:srgbClr val="34332F"/>
                </a:solidFill>
                <a:latin typeface="Arial Unicode MS"/>
                <a:cs typeface="Arial Unicode MS"/>
              </a:rPr>
              <a:t> </a:t>
            </a:r>
            <a:r>
              <a:rPr dirty="0" sz="2850" spc="-85">
                <a:solidFill>
                  <a:srgbClr val="34332F"/>
                </a:solidFill>
                <a:latin typeface="Arial Unicode MS"/>
                <a:cs typeface="Arial Unicode MS"/>
              </a:rPr>
              <a:t>안전한 </a:t>
            </a:r>
            <a:r>
              <a:rPr dirty="0" sz="2850" spc="-55">
                <a:solidFill>
                  <a:srgbClr val="34332F"/>
                </a:solidFill>
                <a:latin typeface="Arial Unicode MS"/>
                <a:cs typeface="Arial Unicode MS"/>
              </a:rPr>
              <a:t>환경을제공합니다.</a:t>
            </a:r>
            <a:endParaRPr sz="28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3270" y="6664259"/>
            <a:ext cx="10930255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00" spc="-55">
                <a:solidFill>
                  <a:srgbClr val="363431"/>
                </a:solidFill>
                <a:latin typeface="Arial Unicode MS"/>
                <a:cs typeface="Arial Unicode MS"/>
              </a:rPr>
              <a:t>좁은</a:t>
            </a:r>
            <a:r>
              <a:rPr dirty="0" sz="4800" spc="-83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4800" spc="-300">
                <a:solidFill>
                  <a:srgbClr val="363431"/>
                </a:solidFill>
                <a:latin typeface="Arial Unicode MS"/>
                <a:cs typeface="Arial Unicode MS"/>
              </a:rPr>
              <a:t>공간에서도,</a:t>
            </a:r>
            <a:r>
              <a:rPr dirty="0" sz="4800" spc="-31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4800" spc="-290">
                <a:solidFill>
                  <a:srgbClr val="363431"/>
                </a:solidFill>
                <a:latin typeface="Arial Unicode MS"/>
                <a:cs typeface="Arial Unicode MS"/>
              </a:rPr>
              <a:t>어</a:t>
            </a:r>
            <a:r>
              <a:rPr dirty="0" sz="4800" spc="254">
                <a:solidFill>
                  <a:srgbClr val="363431"/>
                </a:solidFill>
                <a:latin typeface="Arial Unicode MS"/>
                <a:cs typeface="Arial Unicode MS"/>
              </a:rPr>
              <a:t>떤</a:t>
            </a:r>
            <a:r>
              <a:rPr dirty="0" sz="4800" spc="-290">
                <a:solidFill>
                  <a:srgbClr val="363431"/>
                </a:solidFill>
                <a:latin typeface="Arial Unicode MS"/>
                <a:cs typeface="Arial Unicode MS"/>
              </a:rPr>
              <a:t>상황에서도</a:t>
            </a:r>
            <a:r>
              <a:rPr dirty="0" sz="4800" spc="-39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5000" spc="-520">
                <a:solidFill>
                  <a:srgbClr val="363431"/>
                </a:solidFill>
                <a:latin typeface="Arial Unicode MS"/>
                <a:cs typeface="Arial Unicode MS"/>
              </a:rPr>
              <a:t>자유롭게</a:t>
            </a:r>
            <a:endParaRPr sz="50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47986" y="9383909"/>
            <a:ext cx="126301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300" spc="-20">
                <a:solidFill>
                  <a:srgbClr val="31312D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1312D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0C0C0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1312D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1312D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3215" y="7656307"/>
            <a:ext cx="12654280" cy="1042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19200" marR="5080" indent="-1207135">
              <a:lnSpc>
                <a:spcPct val="121100"/>
              </a:lnSpc>
              <a:spcBef>
                <a:spcPts val="135"/>
              </a:spcBef>
            </a:pPr>
            <a:r>
              <a:rPr dirty="0" sz="2550" spc="-160">
                <a:solidFill>
                  <a:srgbClr val="363431"/>
                </a:solidFill>
                <a:latin typeface="Arial Unicode MS"/>
                <a:cs typeface="Arial Unicode MS"/>
              </a:rPr>
              <a:t>아기띠를</a:t>
            </a:r>
            <a:r>
              <a:rPr dirty="0" sz="2550" spc="-30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345">
                <a:solidFill>
                  <a:srgbClr val="363431"/>
                </a:solidFill>
                <a:latin typeface="Arial Unicode MS"/>
                <a:cs typeface="Arial Unicode MS"/>
              </a:rPr>
              <a:t>완전히</a:t>
            </a:r>
            <a:r>
              <a:rPr dirty="0" sz="2650" spc="-5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210">
                <a:solidFill>
                  <a:srgbClr val="363431"/>
                </a:solidFill>
                <a:latin typeface="Arial Unicode MS"/>
                <a:cs typeface="Arial Unicode MS"/>
              </a:rPr>
              <a:t>벗지</a:t>
            </a:r>
            <a:r>
              <a:rPr dirty="0" sz="2550" spc="-19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800" spc="-420">
                <a:solidFill>
                  <a:srgbClr val="363431"/>
                </a:solidFill>
                <a:latin typeface="Arial Unicode MS"/>
                <a:cs typeface="Arial Unicode MS"/>
              </a:rPr>
              <a:t>않고도</a:t>
            </a:r>
            <a:r>
              <a:rPr dirty="0" sz="2800" spc="-229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320">
                <a:solidFill>
                  <a:srgbClr val="363431"/>
                </a:solidFill>
                <a:latin typeface="Arial Unicode MS"/>
                <a:cs typeface="Arial Unicode MS"/>
              </a:rPr>
              <a:t>간편하게</a:t>
            </a:r>
            <a:r>
              <a:rPr dirty="0" sz="2650" spc="-10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85">
                <a:solidFill>
                  <a:srgbClr val="363431"/>
                </a:solidFill>
                <a:latin typeface="Arial Unicode MS"/>
                <a:cs typeface="Arial Unicode MS"/>
              </a:rPr>
              <a:t>수유와</a:t>
            </a:r>
            <a:r>
              <a:rPr dirty="0" sz="2550" spc="-24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235">
                <a:solidFill>
                  <a:srgbClr val="363431"/>
                </a:solidFill>
                <a:latin typeface="Arial Unicode MS"/>
                <a:cs typeface="Arial Unicode MS"/>
              </a:rPr>
              <a:t>기저귀</a:t>
            </a:r>
            <a:r>
              <a:rPr dirty="0" sz="2550" spc="-17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35">
                <a:solidFill>
                  <a:srgbClr val="363431"/>
                </a:solidFill>
                <a:latin typeface="Arial Unicode MS"/>
                <a:cs typeface="Arial Unicode MS"/>
              </a:rPr>
              <a:t>케어가</a:t>
            </a:r>
            <a:r>
              <a:rPr dirty="0" sz="2550" spc="-26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85">
                <a:solidFill>
                  <a:srgbClr val="363431"/>
                </a:solidFill>
                <a:latin typeface="Arial Unicode MS"/>
                <a:cs typeface="Arial Unicode MS"/>
              </a:rPr>
              <a:t>가능한</a:t>
            </a:r>
            <a:r>
              <a:rPr dirty="0" sz="2550" spc="-7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55">
                <a:solidFill>
                  <a:srgbClr val="4D4946"/>
                </a:solidFill>
                <a:latin typeface="Arial Unicode MS"/>
                <a:cs typeface="Arial Unicode MS"/>
              </a:rPr>
              <a:t>'케어</a:t>
            </a:r>
            <a:r>
              <a:rPr dirty="0" sz="2550" spc="-180">
                <a:solidFill>
                  <a:srgbClr val="4D4946"/>
                </a:solidFill>
                <a:latin typeface="Arial Unicode MS"/>
                <a:cs typeface="Arial Unicode MS"/>
              </a:rPr>
              <a:t> </a:t>
            </a:r>
            <a:r>
              <a:rPr dirty="0" sz="2550" spc="-155">
                <a:solidFill>
                  <a:srgbClr val="363431"/>
                </a:solidFill>
                <a:latin typeface="Arial Unicode MS"/>
                <a:cs typeface="Arial Unicode MS"/>
              </a:rPr>
              <a:t>포지션'을</a:t>
            </a:r>
            <a:r>
              <a:rPr dirty="0" sz="2550" spc="-37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50">
                <a:solidFill>
                  <a:srgbClr val="363431"/>
                </a:solidFill>
                <a:latin typeface="Arial Unicode MS"/>
                <a:cs typeface="Arial Unicode MS"/>
              </a:rPr>
              <a:t>지원합니다. </a:t>
            </a:r>
            <a:r>
              <a:rPr dirty="0" sz="2550" spc="-160">
                <a:solidFill>
                  <a:srgbClr val="363431"/>
                </a:solidFill>
                <a:latin typeface="Arial Unicode MS"/>
                <a:cs typeface="Arial Unicode MS"/>
              </a:rPr>
              <a:t>주자장,</a:t>
            </a:r>
            <a:r>
              <a:rPr dirty="0" sz="2550" spc="-24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170">
                <a:solidFill>
                  <a:srgbClr val="363431"/>
                </a:solidFill>
                <a:latin typeface="Arial Unicode MS"/>
                <a:cs typeface="Arial Unicode MS"/>
              </a:rPr>
              <a:t>식당,</a:t>
            </a:r>
            <a:r>
              <a:rPr dirty="0" sz="2650" spc="-30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180">
                <a:solidFill>
                  <a:srgbClr val="363431"/>
                </a:solidFill>
                <a:latin typeface="Arial Unicode MS"/>
                <a:cs typeface="Arial Unicode MS"/>
              </a:rPr>
              <a:t>좁은</a:t>
            </a:r>
            <a:r>
              <a:rPr dirty="0" sz="2550" spc="-180">
                <a:solidFill>
                  <a:srgbClr val="363431"/>
                </a:solidFill>
                <a:latin typeface="Arial Unicode MS"/>
                <a:cs typeface="Arial Unicode MS"/>
              </a:rPr>
              <a:t>수유실에서도</a:t>
            </a:r>
            <a:r>
              <a:rPr dirty="0" sz="2550" spc="-10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265">
                <a:solidFill>
                  <a:srgbClr val="363431"/>
                </a:solidFill>
                <a:latin typeface="Arial Unicode MS"/>
                <a:cs typeface="Arial Unicode MS"/>
              </a:rPr>
              <a:t>당황할</a:t>
            </a:r>
            <a:r>
              <a:rPr dirty="0" sz="2650" spc="-31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220">
                <a:solidFill>
                  <a:srgbClr val="363431"/>
                </a:solidFill>
                <a:latin typeface="Arial Unicode MS"/>
                <a:cs typeface="Arial Unicode MS"/>
              </a:rPr>
              <a:t>필요</a:t>
            </a:r>
            <a:r>
              <a:rPr dirty="0" sz="2650" spc="-29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85">
                <a:solidFill>
                  <a:srgbClr val="363431"/>
                </a:solidFill>
                <a:latin typeface="Arial Unicode MS"/>
                <a:cs typeface="Arial Unicode MS"/>
              </a:rPr>
              <a:t>없이</a:t>
            </a:r>
            <a:r>
              <a:rPr dirty="0" sz="2550" spc="-35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254">
                <a:solidFill>
                  <a:srgbClr val="363431"/>
                </a:solidFill>
                <a:latin typeface="Arial Unicode MS"/>
                <a:cs typeface="Arial Unicode MS"/>
              </a:rPr>
              <a:t>외줄이</a:t>
            </a:r>
            <a:r>
              <a:rPr dirty="0" sz="2550" spc="-11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650" spc="-265">
                <a:solidFill>
                  <a:srgbClr val="363431"/>
                </a:solidFill>
                <a:latin typeface="Arial Unicode MS"/>
                <a:cs typeface="Arial Unicode MS"/>
              </a:rPr>
              <a:t>륄씬</a:t>
            </a:r>
            <a:r>
              <a:rPr dirty="0" sz="2650" spc="-20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110">
                <a:solidFill>
                  <a:srgbClr val="363431"/>
                </a:solidFill>
                <a:latin typeface="Arial Unicode MS"/>
                <a:cs typeface="Arial Unicode MS"/>
              </a:rPr>
              <a:t>더</a:t>
            </a:r>
            <a:r>
              <a:rPr dirty="0" sz="2550" spc="-120">
                <a:solidFill>
                  <a:srgbClr val="363431"/>
                </a:solidFill>
                <a:latin typeface="Arial Unicode MS"/>
                <a:cs typeface="Arial Unicode MS"/>
              </a:rPr>
              <a:t> </a:t>
            </a:r>
            <a:r>
              <a:rPr dirty="0" sz="2550" spc="-20">
                <a:solidFill>
                  <a:srgbClr val="363431"/>
                </a:solidFill>
                <a:latin typeface="Arial Unicode MS"/>
                <a:cs typeface="Arial Unicode MS"/>
              </a:rPr>
              <a:t>쉬워집니다.</a:t>
            </a:r>
            <a:endParaRPr sz="25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72067" y="72681"/>
              <a:ext cx="175260" cy="306070"/>
            </a:xfrm>
            <a:custGeom>
              <a:avLst/>
              <a:gdLst/>
              <a:ahLst/>
              <a:cxnLst/>
              <a:rect l="l" t="t" r="r" b="b"/>
              <a:pathLst>
                <a:path w="175260" h="306070">
                  <a:moveTo>
                    <a:pt x="25476" y="123863"/>
                  </a:moveTo>
                  <a:lnTo>
                    <a:pt x="0" y="123863"/>
                  </a:lnTo>
                  <a:lnTo>
                    <a:pt x="0" y="267639"/>
                  </a:lnTo>
                  <a:lnTo>
                    <a:pt x="25476" y="267639"/>
                  </a:lnTo>
                  <a:lnTo>
                    <a:pt x="25476" y="123863"/>
                  </a:lnTo>
                  <a:close/>
                </a:path>
                <a:path w="175260" h="306070">
                  <a:moveTo>
                    <a:pt x="174917" y="0"/>
                  </a:moveTo>
                  <a:lnTo>
                    <a:pt x="149440" y="0"/>
                  </a:lnTo>
                  <a:lnTo>
                    <a:pt x="149440" y="305511"/>
                  </a:lnTo>
                  <a:lnTo>
                    <a:pt x="174917" y="305511"/>
                  </a:lnTo>
                  <a:lnTo>
                    <a:pt x="174917" y="0"/>
                  </a:lnTo>
                  <a:close/>
                </a:path>
              </a:pathLst>
            </a:custGeom>
            <a:solidFill>
              <a:srgbClr val="EDE2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76233" y="-210310"/>
            <a:ext cx="1038225" cy="6305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95300" algn="l"/>
              </a:tabLst>
            </a:pPr>
            <a:r>
              <a:rPr dirty="0" sz="3950" spc="-50">
                <a:solidFill>
                  <a:srgbClr val="C4B68E"/>
                </a:solidFill>
                <a:latin typeface="Arial"/>
                <a:cs typeface="Arial"/>
              </a:rPr>
              <a:t>`</a:t>
            </a:r>
            <a:r>
              <a:rPr dirty="0" sz="3950">
                <a:solidFill>
                  <a:srgbClr val="C4B68E"/>
                </a:solidFill>
                <a:latin typeface="Arial"/>
                <a:cs typeface="Arial"/>
              </a:rPr>
              <a:t>	</a:t>
            </a:r>
            <a:r>
              <a:rPr dirty="0" sz="800" spc="105">
                <a:solidFill>
                  <a:srgbClr val="D8CFBA"/>
                </a:solidFill>
              </a:rPr>
              <a:t>'</a:t>
            </a:r>
            <a:r>
              <a:rPr dirty="0" sz="800" spc="105">
                <a:solidFill>
                  <a:srgbClr val="ACA38C"/>
                </a:solidFill>
              </a:rPr>
              <a:t>,</a:t>
            </a:r>
            <a:r>
              <a:rPr dirty="0" sz="800" spc="-20">
                <a:solidFill>
                  <a:srgbClr val="604B2D"/>
                </a:solidFill>
              </a:rPr>
              <a:t>_</a:t>
            </a:r>
            <a:r>
              <a:rPr dirty="0" sz="1700" spc="-1405">
                <a:solidFill>
                  <a:srgbClr val="A5916E"/>
                </a:solidFill>
              </a:rPr>
              <a:t>，</a:t>
            </a:r>
            <a:r>
              <a:rPr dirty="0" sz="800" spc="100">
                <a:solidFill>
                  <a:srgbClr val="604B2D"/>
                </a:solidFill>
              </a:rPr>
              <a:t>.</a:t>
            </a:r>
            <a:r>
              <a:rPr dirty="0" sz="800" spc="20">
                <a:solidFill>
                  <a:srgbClr val="604B2D"/>
                </a:solidFill>
              </a:rPr>
              <a:t>I</a:t>
            </a:r>
            <a:r>
              <a:rPr dirty="0" sz="1700" spc="-110">
                <a:solidFill>
                  <a:srgbClr val="D8CFBA"/>
                </a:solidFill>
              </a:rPr>
              <a:t>.</a:t>
            </a:r>
            <a:r>
              <a:rPr dirty="0" sz="1700" spc="-894">
                <a:solidFill>
                  <a:srgbClr val="A5916E"/>
                </a:solidFill>
              </a:rPr>
              <a:t>，</a:t>
            </a:r>
            <a:r>
              <a:rPr dirty="0" sz="1700" spc="100">
                <a:solidFill>
                  <a:srgbClr val="C4B68E"/>
                </a:solidFill>
              </a:rPr>
              <a:t>..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8294" y="1040771"/>
            <a:ext cx="9615805" cy="20796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50" spc="-819">
                <a:solidFill>
                  <a:srgbClr val="31312F"/>
                </a:solidFill>
                <a:latin typeface="Arial Unicode MS"/>
                <a:cs typeface="Arial Unicode MS"/>
              </a:rPr>
              <a:t>더</a:t>
            </a:r>
            <a:r>
              <a:rPr dirty="0" sz="5850" spc="-994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5850" spc="-725">
                <a:solidFill>
                  <a:srgbClr val="31312F"/>
                </a:solidFill>
                <a:latin typeface="Arial Unicode MS"/>
                <a:cs typeface="Arial Unicode MS"/>
              </a:rPr>
              <a:t>가까이,</a:t>
            </a:r>
            <a:r>
              <a:rPr dirty="0" sz="5850" spc="-670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5850" spc="-940">
                <a:solidFill>
                  <a:srgbClr val="31312F"/>
                </a:solidFill>
                <a:latin typeface="Arial Unicode MS"/>
                <a:cs typeface="Arial Unicode MS"/>
              </a:rPr>
              <a:t>더</a:t>
            </a:r>
            <a:r>
              <a:rPr dirty="0" sz="5850" spc="-930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5850" spc="-805">
                <a:solidFill>
                  <a:srgbClr val="31312F"/>
                </a:solidFill>
                <a:latin typeface="Arial Unicode MS"/>
                <a:cs typeface="Arial Unicode MS"/>
              </a:rPr>
              <a:t>자유롭게,</a:t>
            </a:r>
            <a:r>
              <a:rPr dirty="0" sz="5850" spc="-630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5850" spc="-819">
                <a:solidFill>
                  <a:srgbClr val="31312F"/>
                </a:solidFill>
                <a:latin typeface="Arial Unicode MS"/>
                <a:cs typeface="Arial Unicode MS"/>
              </a:rPr>
              <a:t>더</a:t>
            </a:r>
            <a:r>
              <a:rPr dirty="0" sz="5850" spc="-815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5850" spc="-1135">
                <a:solidFill>
                  <a:srgbClr val="31312F"/>
                </a:solidFill>
                <a:latin typeface="Arial Unicode MS"/>
                <a:cs typeface="Arial Unicode MS"/>
              </a:rPr>
              <a:t>편안하게</a:t>
            </a:r>
            <a:endParaRPr sz="5850">
              <a:latin typeface="Arial Unicode MS"/>
              <a:cs typeface="Arial Unicode MS"/>
            </a:endParaRPr>
          </a:p>
          <a:p>
            <a:pPr marL="1432560" marR="908685" indent="-392430">
              <a:lnSpc>
                <a:spcPct val="105900"/>
              </a:lnSpc>
              <a:spcBef>
                <a:spcPts val="2325"/>
              </a:spcBef>
            </a:pPr>
            <a:r>
              <a:rPr dirty="0" sz="2650" spc="-375">
                <a:solidFill>
                  <a:srgbClr val="1C1A18"/>
                </a:solidFill>
                <a:latin typeface="Arial Unicode MS"/>
                <a:cs typeface="Arial Unicode MS"/>
              </a:rPr>
              <a:t>코지</a:t>
            </a:r>
            <a:r>
              <a:rPr dirty="0" sz="2650" spc="-150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400">
                <a:solidFill>
                  <a:srgbClr val="1C1A18"/>
                </a:solidFill>
                <a:latin typeface="Arial Unicode MS"/>
                <a:cs typeface="Arial Unicode MS"/>
              </a:rPr>
              <a:t>웨어러블과</a:t>
            </a:r>
            <a:r>
              <a:rPr dirty="0" sz="2650" spc="-270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300">
                <a:solidFill>
                  <a:srgbClr val="1C1A18"/>
                </a:solidFill>
                <a:latin typeface="Arial Unicode MS"/>
                <a:cs typeface="Arial Unicode MS"/>
              </a:rPr>
              <a:t>함께라면,</a:t>
            </a:r>
            <a:r>
              <a:rPr dirty="0" sz="2650" spc="-365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320">
                <a:solidFill>
                  <a:srgbClr val="1C1A18"/>
                </a:solidFill>
                <a:latin typeface="Arial Unicode MS"/>
                <a:cs typeface="Arial Unicode MS"/>
              </a:rPr>
              <a:t>육아는</a:t>
            </a:r>
            <a:r>
              <a:rPr dirty="0" sz="2650" spc="-405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130">
                <a:solidFill>
                  <a:srgbClr val="1C1A18"/>
                </a:solidFill>
                <a:latin typeface="Arial Unicode MS"/>
                <a:cs typeface="Arial Unicode MS"/>
              </a:rPr>
              <a:t>더이상힘든</a:t>
            </a:r>
            <a:r>
              <a:rPr dirty="0" sz="2650" spc="-229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455">
                <a:solidFill>
                  <a:srgbClr val="1C1A18"/>
                </a:solidFill>
                <a:latin typeface="Arial Unicode MS"/>
                <a:cs typeface="Arial Unicode MS"/>
              </a:rPr>
              <a:t>싸움이</a:t>
            </a:r>
            <a:r>
              <a:rPr dirty="0" sz="2650" spc="-254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120">
                <a:solidFill>
                  <a:srgbClr val="1C1A18"/>
                </a:solidFill>
                <a:latin typeface="Arial Unicode MS"/>
                <a:cs typeface="Arial Unicode MS"/>
              </a:rPr>
              <a:t>아닌, </a:t>
            </a:r>
            <a:r>
              <a:rPr dirty="0" sz="2650" spc="-400">
                <a:solidFill>
                  <a:srgbClr val="1C1A18"/>
                </a:solidFill>
                <a:latin typeface="Arial Unicode MS"/>
                <a:cs typeface="Arial Unicode MS"/>
              </a:rPr>
              <a:t>아이와의</a:t>
            </a:r>
            <a:r>
              <a:rPr dirty="0" sz="2650" spc="-114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700" spc="-380">
                <a:solidFill>
                  <a:srgbClr val="1C1A18"/>
                </a:solidFill>
                <a:latin typeface="Arial Unicode MS"/>
                <a:cs typeface="Arial Unicode MS"/>
              </a:rPr>
              <a:t>교감을</a:t>
            </a:r>
            <a:r>
              <a:rPr dirty="0" sz="2700" spc="-440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700" spc="-380">
                <a:solidFill>
                  <a:srgbClr val="31312F"/>
                </a:solidFill>
                <a:latin typeface="Arial Unicode MS"/>
                <a:cs typeface="Arial Unicode MS"/>
              </a:rPr>
              <a:t>완성하는</a:t>
            </a:r>
            <a:r>
              <a:rPr dirty="0" sz="2700" spc="-395">
                <a:solidFill>
                  <a:srgbClr val="31312F"/>
                </a:solidFill>
                <a:latin typeface="Arial Unicode MS"/>
                <a:cs typeface="Arial Unicode MS"/>
              </a:rPr>
              <a:t> </a:t>
            </a:r>
            <a:r>
              <a:rPr dirty="0" sz="2650" spc="-285">
                <a:solidFill>
                  <a:srgbClr val="1C1A18"/>
                </a:solidFill>
                <a:latin typeface="Arial Unicode MS"/>
                <a:cs typeface="Arial Unicode MS"/>
              </a:rPr>
              <a:t>가장</a:t>
            </a:r>
            <a:r>
              <a:rPr dirty="0" sz="2700" spc="-285">
                <a:solidFill>
                  <a:srgbClr val="1C1A18"/>
                </a:solidFill>
                <a:latin typeface="Arial Unicode MS"/>
                <a:cs typeface="Arial Unicode MS"/>
              </a:rPr>
              <a:t>행복한</a:t>
            </a:r>
            <a:r>
              <a:rPr dirty="0" sz="2700" spc="-415">
                <a:solidFill>
                  <a:srgbClr val="1C1A18"/>
                </a:solidFill>
                <a:latin typeface="Arial Unicode MS"/>
                <a:cs typeface="Arial Unicode MS"/>
              </a:rPr>
              <a:t> </a:t>
            </a:r>
            <a:r>
              <a:rPr dirty="0" sz="2650" spc="-375">
                <a:solidFill>
                  <a:srgbClr val="0A0A0A"/>
                </a:solidFill>
                <a:latin typeface="Arial Unicode MS"/>
                <a:cs typeface="Arial Unicode MS"/>
              </a:rPr>
              <a:t>시간이</a:t>
            </a:r>
            <a:r>
              <a:rPr dirty="0" sz="2650" spc="-90">
                <a:solidFill>
                  <a:srgbClr val="0A0A0A"/>
                </a:solidFill>
                <a:latin typeface="Arial Unicode MS"/>
                <a:cs typeface="Arial Unicode MS"/>
              </a:rPr>
              <a:t> </a:t>
            </a:r>
            <a:r>
              <a:rPr dirty="0" sz="2650" spc="-330">
                <a:solidFill>
                  <a:srgbClr val="1C1A18"/>
                </a:solidFill>
                <a:latin typeface="Arial Unicode MS"/>
                <a:cs typeface="Arial Unicode MS"/>
              </a:rPr>
              <a:t>됩니다.</a:t>
            </a:r>
            <a:endParaRPr sz="265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10384" y="3064139"/>
            <a:ext cx="3184525" cy="5030470"/>
            <a:chOff x="11310384" y="3064139"/>
            <a:chExt cx="3184525" cy="5030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10384" y="3064139"/>
              <a:ext cx="3184229" cy="50298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0384" y="5464175"/>
              <a:ext cx="101895" cy="4340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463227" y="4838632"/>
              <a:ext cx="1859914" cy="3242945"/>
            </a:xfrm>
            <a:custGeom>
              <a:avLst/>
              <a:gdLst/>
              <a:ahLst/>
              <a:cxnLst/>
              <a:rect l="l" t="t" r="r" b="b"/>
              <a:pathLst>
                <a:path w="1859915" h="3242945">
                  <a:moveTo>
                    <a:pt x="0" y="0"/>
                  </a:moveTo>
                  <a:lnTo>
                    <a:pt x="866110" y="0"/>
                  </a:lnTo>
                </a:path>
                <a:path w="1859915" h="3242945">
                  <a:moveTo>
                    <a:pt x="917058" y="3242600"/>
                  </a:moveTo>
                  <a:lnTo>
                    <a:pt x="1859590" y="324260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36412" y="766300"/>
            <a:ext cx="7847965" cy="9448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480">
                <a:solidFill>
                  <a:srgbClr val="312F2B"/>
                </a:solidFill>
              </a:rPr>
              <a:t>코지</a:t>
            </a:r>
            <a:r>
              <a:rPr dirty="0" sz="5300" spc="-265">
                <a:solidFill>
                  <a:srgbClr val="312F2B"/>
                </a:solidFill>
              </a:rPr>
              <a:t> </a:t>
            </a:r>
            <a:r>
              <a:rPr dirty="0" sz="5300" spc="-640">
                <a:solidFill>
                  <a:srgbClr val="312F2B"/>
                </a:solidFill>
              </a:rPr>
              <a:t>웨어러블이</a:t>
            </a:r>
            <a:r>
              <a:rPr dirty="0" sz="5300" spc="165">
                <a:solidFill>
                  <a:srgbClr val="312F2B"/>
                </a:solidFill>
              </a:rPr>
              <a:t> </a:t>
            </a:r>
            <a:r>
              <a:rPr dirty="0" spc="-1140">
                <a:solidFill>
                  <a:srgbClr val="312F2B"/>
                </a:solidFill>
              </a:rPr>
              <a:t>드리는</a:t>
            </a:r>
            <a:r>
              <a:rPr dirty="0" spc="-894">
                <a:solidFill>
                  <a:srgbClr val="312F2B"/>
                </a:solidFill>
              </a:rPr>
              <a:t> </a:t>
            </a:r>
            <a:r>
              <a:rPr dirty="0" sz="5300" spc="-55">
                <a:solidFill>
                  <a:srgbClr val="312F2B"/>
                </a:solidFill>
              </a:rPr>
              <a:t>약속</a:t>
            </a:r>
            <a:endParaRPr sz="5300"/>
          </a:p>
        </p:txBody>
      </p:sp>
      <p:sp>
        <p:nvSpPr>
          <p:cNvPr id="7" name="object 7"/>
          <p:cNvSpPr txBox="1"/>
          <p:nvPr/>
        </p:nvSpPr>
        <p:spPr>
          <a:xfrm>
            <a:off x="1356544" y="2513984"/>
            <a:ext cx="5804535" cy="596201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980"/>
              </a:spcBef>
              <a:buClr>
                <a:srgbClr val="ACAC95"/>
              </a:buClr>
              <a:buChar char="•"/>
              <a:tabLst>
                <a:tab pos="422275" algn="l"/>
              </a:tabLst>
            </a:pPr>
            <a:r>
              <a:rPr dirty="0" sz="2950" spc="105">
                <a:solidFill>
                  <a:srgbClr val="1A1C16"/>
                </a:solidFill>
                <a:latin typeface="Arial Unicode MS"/>
                <a:cs typeface="Arial Unicode MS"/>
              </a:rPr>
              <a:t>부모를위한약속</a:t>
            </a:r>
            <a:endParaRPr sz="2950">
              <a:latin typeface="Arial Unicode MS"/>
              <a:cs typeface="Arial Unicode MS"/>
            </a:endParaRPr>
          </a:p>
          <a:p>
            <a:pPr marL="447675" marR="323850">
              <a:lnSpc>
                <a:spcPct val="116399"/>
              </a:lnSpc>
              <a:spcBef>
                <a:spcPts val="300"/>
              </a:spcBef>
            </a:pPr>
            <a:r>
              <a:rPr dirty="0" sz="2950" spc="-270">
                <a:solidFill>
                  <a:srgbClr val="1A1C16"/>
                </a:solidFill>
                <a:latin typeface="Arial Unicode MS"/>
                <a:cs typeface="Arial Unicode MS"/>
              </a:rPr>
              <a:t>허리</a:t>
            </a:r>
            <a:r>
              <a:rPr dirty="0" sz="2950" spc="-290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190">
                <a:solidFill>
                  <a:srgbClr val="1A1C16"/>
                </a:solidFill>
                <a:latin typeface="Arial Unicode MS"/>
                <a:cs typeface="Arial Unicode MS"/>
              </a:rPr>
              <a:t>통증없는혁신적인</a:t>
            </a:r>
            <a:r>
              <a:rPr dirty="0" sz="2950" spc="40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315">
                <a:solidFill>
                  <a:srgbClr val="1A1C16"/>
                </a:solidFill>
                <a:latin typeface="Arial Unicode MS"/>
                <a:cs typeface="Arial Unicode MS"/>
              </a:rPr>
              <a:t>편안함과 </a:t>
            </a:r>
            <a:r>
              <a:rPr dirty="0" sz="2950" spc="-65">
                <a:solidFill>
                  <a:srgbClr val="1A1C16"/>
                </a:solidFill>
                <a:latin typeface="Arial Unicode MS"/>
                <a:cs typeface="Arial Unicode MS"/>
              </a:rPr>
              <a:t>놀라운사용편의성.</a:t>
            </a:r>
            <a:endParaRPr sz="2950">
              <a:latin typeface="Arial Unicode MS"/>
              <a:cs typeface="Arial Unicode MS"/>
            </a:endParaRPr>
          </a:p>
          <a:p>
            <a:pPr marL="411480" indent="-386080">
              <a:lnSpc>
                <a:spcPct val="100000"/>
              </a:lnSpc>
              <a:spcBef>
                <a:spcPts val="4705"/>
              </a:spcBef>
              <a:buClr>
                <a:srgbClr val="ACAC95"/>
              </a:buClr>
              <a:buChar char="•"/>
              <a:tabLst>
                <a:tab pos="411480" algn="l"/>
              </a:tabLst>
            </a:pPr>
            <a:r>
              <a:rPr dirty="0" sz="2950" spc="75">
                <a:solidFill>
                  <a:srgbClr val="312F2B"/>
                </a:solidFill>
                <a:latin typeface="Arial Unicode MS"/>
                <a:cs typeface="Arial Unicode MS"/>
              </a:rPr>
              <a:t>아기를위한약속</a:t>
            </a:r>
            <a:endParaRPr sz="2950">
              <a:latin typeface="Arial Unicode MS"/>
              <a:cs typeface="Arial Unicode MS"/>
            </a:endParaRPr>
          </a:p>
          <a:p>
            <a:pPr marL="453390">
              <a:lnSpc>
                <a:spcPct val="100000"/>
              </a:lnSpc>
              <a:spcBef>
                <a:spcPts val="780"/>
              </a:spcBef>
            </a:pPr>
            <a:r>
              <a:rPr dirty="0" sz="2950" spc="-245">
                <a:solidFill>
                  <a:srgbClr val="1A1C16"/>
                </a:solidFill>
                <a:latin typeface="Arial Unicode MS"/>
                <a:cs typeface="Arial Unicode MS"/>
              </a:rPr>
              <a:t>가장</a:t>
            </a:r>
            <a:r>
              <a:rPr dirty="0" sz="2950" spc="-350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295">
                <a:solidFill>
                  <a:srgbClr val="1A1C16"/>
                </a:solidFill>
                <a:latin typeface="Arial Unicode MS"/>
                <a:cs typeface="Arial Unicode MS"/>
              </a:rPr>
              <a:t>안전하고</a:t>
            </a:r>
            <a:r>
              <a:rPr dirty="0" sz="2950" spc="-235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355">
                <a:solidFill>
                  <a:srgbClr val="1A1C16"/>
                </a:solidFill>
                <a:latin typeface="Arial Unicode MS"/>
                <a:cs typeface="Arial Unicode MS"/>
              </a:rPr>
              <a:t>안정적인</a:t>
            </a:r>
            <a:r>
              <a:rPr dirty="0" sz="2950" spc="65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3150" spc="-20">
                <a:solidFill>
                  <a:srgbClr val="1A1C16"/>
                </a:solidFill>
                <a:latin typeface="Arial"/>
                <a:cs typeface="Arial"/>
              </a:rPr>
              <a:t>M</a:t>
            </a:r>
            <a:r>
              <a:rPr dirty="0" sz="2850" spc="-20">
                <a:solidFill>
                  <a:srgbClr val="1A1C16"/>
                </a:solidFill>
                <a:latin typeface="Arial Unicode MS"/>
                <a:cs typeface="Arial Unicode MS"/>
              </a:rPr>
              <a:t>자세와</a:t>
            </a:r>
            <a:endParaRPr sz="2850">
              <a:latin typeface="Arial Unicode MS"/>
              <a:cs typeface="Arial Unicode MS"/>
            </a:endParaRPr>
          </a:p>
          <a:p>
            <a:pPr marL="455930">
              <a:lnSpc>
                <a:spcPct val="100000"/>
              </a:lnSpc>
              <a:spcBef>
                <a:spcPts val="445"/>
              </a:spcBef>
            </a:pPr>
            <a:r>
              <a:rPr dirty="0" sz="2950" spc="-355">
                <a:solidFill>
                  <a:srgbClr val="1A1C16"/>
                </a:solidFill>
                <a:latin typeface="Arial Unicode MS"/>
                <a:cs typeface="Arial Unicode MS"/>
              </a:rPr>
              <a:t>프리미엄</a:t>
            </a:r>
            <a:r>
              <a:rPr dirty="0" sz="2950" spc="-15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325">
                <a:solidFill>
                  <a:srgbClr val="1A1C16"/>
                </a:solidFill>
                <a:latin typeface="Arial Unicode MS"/>
                <a:cs typeface="Arial Unicode MS"/>
              </a:rPr>
              <a:t>소재의</a:t>
            </a:r>
            <a:r>
              <a:rPr dirty="0" sz="2950" spc="-245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270">
                <a:solidFill>
                  <a:srgbClr val="1A1C16"/>
                </a:solidFill>
                <a:latin typeface="Arial Unicode MS"/>
                <a:cs typeface="Arial Unicode MS"/>
              </a:rPr>
              <a:t>부드러움.</a:t>
            </a:r>
            <a:endParaRPr sz="2950">
              <a:latin typeface="Arial Unicode MS"/>
              <a:cs typeface="Arial Unicode MS"/>
            </a:endParaRPr>
          </a:p>
          <a:p>
            <a:pPr marL="428625" indent="-415925">
              <a:lnSpc>
                <a:spcPct val="100000"/>
              </a:lnSpc>
              <a:spcBef>
                <a:spcPts val="4800"/>
              </a:spcBef>
              <a:buClr>
                <a:srgbClr val="ACAC95"/>
              </a:buClr>
              <a:buChar char="•"/>
              <a:tabLst>
                <a:tab pos="428625" algn="l"/>
              </a:tabLst>
            </a:pPr>
            <a:r>
              <a:rPr dirty="0" sz="2950" spc="75">
                <a:solidFill>
                  <a:srgbClr val="312F2B"/>
                </a:solidFill>
                <a:latin typeface="Arial Unicode MS"/>
                <a:cs typeface="Arial Unicode MS"/>
              </a:rPr>
              <a:t>모두를위한약속</a:t>
            </a:r>
            <a:endParaRPr sz="2950">
              <a:latin typeface="Arial Unicode MS"/>
              <a:cs typeface="Arial Unicode MS"/>
            </a:endParaRPr>
          </a:p>
          <a:p>
            <a:pPr marL="462280" marR="5080" indent="-15240">
              <a:lnSpc>
                <a:spcPct val="116399"/>
              </a:lnSpc>
              <a:spcBef>
                <a:spcPts val="405"/>
              </a:spcBef>
            </a:pPr>
            <a:r>
              <a:rPr dirty="0" sz="2950" spc="-210">
                <a:solidFill>
                  <a:srgbClr val="1A1C16"/>
                </a:solidFill>
                <a:latin typeface="Arial Unicode MS"/>
                <a:cs typeface="Arial Unicode MS"/>
              </a:rPr>
              <a:t>불편함없이</a:t>
            </a:r>
            <a:r>
              <a:rPr dirty="0" sz="2950" spc="-5">
                <a:solidFill>
                  <a:srgbClr val="1A1C16"/>
                </a:solidFill>
                <a:latin typeface="Arial Unicode MS"/>
                <a:cs typeface="Arial Unicode MS"/>
              </a:rPr>
              <a:t> </a:t>
            </a:r>
            <a:r>
              <a:rPr dirty="0" sz="2950" spc="-204">
                <a:solidFill>
                  <a:srgbClr val="1A1C16"/>
                </a:solidFill>
                <a:latin typeface="Arial Unicode MS"/>
                <a:cs typeface="Arial Unicode MS"/>
              </a:rPr>
              <a:t>완성되는완벽한교감과 </a:t>
            </a:r>
            <a:r>
              <a:rPr dirty="0" sz="2950" spc="-80">
                <a:solidFill>
                  <a:srgbClr val="1A1C16"/>
                </a:solidFill>
                <a:latin typeface="Arial Unicode MS"/>
                <a:cs typeface="Arial Unicode MS"/>
              </a:rPr>
              <a:t>자유로운외출.</a:t>
            </a:r>
            <a:endParaRPr sz="295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58644" y="3856814"/>
            <a:ext cx="605790" cy="242570"/>
          </a:xfrm>
          <a:prstGeom prst="rect">
            <a:avLst/>
          </a:prstGeom>
        </p:spPr>
        <p:txBody>
          <a:bodyPr wrap="square" lIns="0" tIns="43815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3400" spc="-50">
                <a:solidFill>
                  <a:srgbClr val="72604D"/>
                </a:solidFill>
                <a:latin typeface="Arial Unicode MS"/>
                <a:cs typeface="Arial Unicode MS"/>
              </a:rPr>
              <a:t>J</a:t>
            </a:r>
            <a:endParaRPr sz="34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7275" y="4369534"/>
            <a:ext cx="238760" cy="78740"/>
          </a:xfrm>
          <a:prstGeom prst="rect">
            <a:avLst/>
          </a:prstGeom>
        </p:spPr>
        <p:txBody>
          <a:bodyPr wrap="square" lIns="0" tIns="2413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250" spc="-50">
                <a:solidFill>
                  <a:srgbClr val="ACAC95"/>
                </a:solidFill>
                <a:latin typeface="Arial Unicode MS"/>
                <a:cs typeface="Arial Unicode MS"/>
              </a:rPr>
              <a:t>(</a:t>
            </a:r>
            <a:endParaRPr sz="12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49739" y="9396214"/>
            <a:ext cx="126111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312F2B"/>
                </a:solidFill>
                <a:latin typeface="Arial Unicode MS"/>
                <a:cs typeface="Arial Unicode MS"/>
              </a:rPr>
              <a:t>Is,\</a:t>
            </a:r>
            <a:r>
              <a:rPr dirty="0" sz="1150" spc="15">
                <a:solidFill>
                  <a:srgbClr val="312F2B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1A1C16"/>
                </a:solidFill>
                <a:latin typeface="Arial"/>
                <a:cs typeface="Arial"/>
              </a:rPr>
              <a:t>No</a:t>
            </a:r>
            <a:r>
              <a:rPr dirty="0" sz="1400" spc="-10">
                <a:solidFill>
                  <a:srgbClr val="1A1C16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1A1C16"/>
                </a:solidFill>
                <a:latin typeface="Arial"/>
                <a:cs typeface="Arial"/>
              </a:rPr>
              <a:t>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0043" y="3293930"/>
            <a:ext cx="3005912" cy="217024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44831" y="1072687"/>
            <a:ext cx="10283190" cy="8680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0" spc="-990">
                <a:solidFill>
                  <a:srgbClr val="383833"/>
                </a:solidFill>
              </a:rPr>
              <a:t>당신의</a:t>
            </a:r>
            <a:r>
              <a:rPr dirty="0" sz="5500" spc="-595">
                <a:solidFill>
                  <a:srgbClr val="383833"/>
                </a:solidFill>
              </a:rPr>
              <a:t> </a:t>
            </a:r>
            <a:r>
              <a:rPr dirty="0" sz="5500" spc="-715">
                <a:solidFill>
                  <a:srgbClr val="383833"/>
                </a:solidFill>
              </a:rPr>
              <a:t>가장</a:t>
            </a:r>
            <a:r>
              <a:rPr dirty="0" sz="5500" spc="-725">
                <a:solidFill>
                  <a:srgbClr val="383833"/>
                </a:solidFill>
              </a:rPr>
              <a:t> </a:t>
            </a:r>
            <a:r>
              <a:rPr dirty="0" sz="5500" spc="-935">
                <a:solidFill>
                  <a:srgbClr val="383833"/>
                </a:solidFill>
              </a:rPr>
              <a:t>편안한</a:t>
            </a:r>
            <a:r>
              <a:rPr dirty="0" sz="5500" spc="-765">
                <a:solidFill>
                  <a:srgbClr val="383833"/>
                </a:solidFill>
              </a:rPr>
              <a:t> </a:t>
            </a:r>
            <a:r>
              <a:rPr dirty="0" sz="5300" spc="-640">
                <a:solidFill>
                  <a:srgbClr val="383833"/>
                </a:solidFill>
              </a:rPr>
              <a:t>육아를</a:t>
            </a:r>
            <a:r>
              <a:rPr dirty="0" sz="5300" spc="-915">
                <a:solidFill>
                  <a:srgbClr val="383833"/>
                </a:solidFill>
              </a:rPr>
              <a:t> </a:t>
            </a:r>
            <a:r>
              <a:rPr dirty="0" sz="5300" spc="-850">
                <a:solidFill>
                  <a:srgbClr val="383833"/>
                </a:solidFill>
              </a:rPr>
              <a:t>시작하세요</a:t>
            </a:r>
            <a:r>
              <a:rPr dirty="0" sz="5300" spc="-900">
                <a:solidFill>
                  <a:srgbClr val="383833"/>
                </a:solidFill>
              </a:rPr>
              <a:t>・</a:t>
            </a:r>
            <a:endParaRPr sz="5300"/>
          </a:p>
        </p:txBody>
      </p:sp>
      <p:sp>
        <p:nvSpPr>
          <p:cNvPr id="4" name="object 4"/>
          <p:cNvSpPr txBox="1"/>
          <p:nvPr/>
        </p:nvSpPr>
        <p:spPr>
          <a:xfrm>
            <a:off x="5774955" y="5642967"/>
            <a:ext cx="5915660" cy="822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00" spc="204">
                <a:solidFill>
                  <a:srgbClr val="383833"/>
                </a:solidFill>
                <a:latin typeface="Arial"/>
                <a:cs typeface="Arial"/>
              </a:rPr>
              <a:t>COZY</a:t>
            </a:r>
            <a:r>
              <a:rPr dirty="0" sz="5200" spc="375">
                <a:solidFill>
                  <a:srgbClr val="383833"/>
                </a:solidFill>
                <a:latin typeface="Arial"/>
                <a:cs typeface="Arial"/>
              </a:rPr>
              <a:t> </a:t>
            </a:r>
            <a:r>
              <a:rPr dirty="0" sz="5200" spc="-10">
                <a:solidFill>
                  <a:srgbClr val="383833"/>
                </a:solidFill>
                <a:latin typeface="Arial"/>
                <a:cs typeface="Arial"/>
              </a:rPr>
              <a:t>WEARABLE</a:t>
            </a:r>
            <a:endParaRPr sz="5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4312" y="7806828"/>
            <a:ext cx="3829685" cy="102425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604520" marR="5080" indent="-592455">
              <a:lnSpc>
                <a:spcPts val="3820"/>
              </a:lnSpc>
              <a:spcBef>
                <a:spcPts val="409"/>
              </a:spcBef>
            </a:pPr>
            <a:r>
              <a:rPr dirty="0" sz="2900" spc="-80">
                <a:solidFill>
                  <a:srgbClr val="383833"/>
                </a:solidFill>
                <a:latin typeface="Arial"/>
                <a:cs typeface="Arial"/>
                <a:hlinkClick r:id="rId3"/>
              </a:rPr>
              <a:t>www.coz</a:t>
            </a:r>
            <a:r>
              <a:rPr dirty="0" sz="3350" spc="-80">
                <a:solidFill>
                  <a:srgbClr val="383833"/>
                </a:solidFill>
                <a:latin typeface="Arial Unicode MS"/>
                <a:cs typeface="Arial Unicode MS"/>
                <a:hlinkClick r:id="rId3"/>
              </a:rPr>
              <a:t>y</a:t>
            </a:r>
            <a:r>
              <a:rPr dirty="0" sz="2900" spc="-80">
                <a:solidFill>
                  <a:srgbClr val="383833"/>
                </a:solidFill>
                <a:latin typeface="Arial"/>
                <a:cs typeface="Arial"/>
                <a:hlinkClick r:id="rId3"/>
              </a:rPr>
              <a:t>wearable.com</a:t>
            </a:r>
            <a:r>
              <a:rPr dirty="0" sz="2900" spc="-80">
                <a:solidFill>
                  <a:srgbClr val="383833"/>
                </a:solidFill>
                <a:latin typeface="Arial"/>
                <a:cs typeface="Arial"/>
              </a:rPr>
              <a:t> </a:t>
            </a:r>
            <a:r>
              <a:rPr dirty="0" sz="2900" spc="-75">
                <a:solidFill>
                  <a:srgbClr val="383833"/>
                </a:solidFill>
                <a:latin typeface="Arial"/>
                <a:cs typeface="Arial"/>
              </a:rPr>
              <a:t>@Coz</a:t>
            </a:r>
            <a:r>
              <a:rPr dirty="0" sz="3350" spc="-75">
                <a:solidFill>
                  <a:srgbClr val="383833"/>
                </a:solidFill>
                <a:latin typeface="Arial Unicode MS"/>
                <a:cs typeface="Arial Unicode MS"/>
              </a:rPr>
              <a:t>y</a:t>
            </a:r>
            <a:r>
              <a:rPr dirty="0" sz="2900" spc="-75">
                <a:solidFill>
                  <a:srgbClr val="383833"/>
                </a:solidFill>
                <a:latin typeface="Arial"/>
                <a:cs typeface="Arial"/>
              </a:rPr>
              <a:t>Wearable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7986" y="9396214"/>
            <a:ext cx="12630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383833"/>
                </a:solidFill>
                <a:latin typeface="Arial Unicode MS"/>
                <a:cs typeface="Arial Unicode MS"/>
              </a:rPr>
              <a:t>Isl\</a:t>
            </a:r>
            <a:r>
              <a:rPr dirty="0" sz="1300" spc="-50">
                <a:solidFill>
                  <a:srgbClr val="383833"/>
                </a:solidFill>
                <a:latin typeface="Arial Unicode MS"/>
                <a:cs typeface="Arial Unicode MS"/>
              </a:rPr>
              <a:t> 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83833"/>
                </a:solidFill>
                <a:latin typeface="Arial"/>
                <a:cs typeface="Arial"/>
              </a:rPr>
              <a:t>o</a:t>
            </a:r>
            <a:r>
              <a:rPr dirty="0" sz="1400" spc="-10">
                <a:solidFill>
                  <a:srgbClr val="383833"/>
                </a:solidFill>
                <a:latin typeface="Arial Unicode MS"/>
                <a:cs typeface="Arial Unicode MS"/>
              </a:rPr>
              <a:t>t</a:t>
            </a:r>
            <a:r>
              <a:rPr dirty="0" sz="1350" spc="-10">
                <a:solidFill>
                  <a:srgbClr val="383833"/>
                </a:solidFill>
                <a:latin typeface="Arial"/>
                <a:cs typeface="Arial"/>
              </a:rPr>
              <a:t>ebookL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838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2025-12-19T04:43:36Z</dcterms:created>
  <dcterms:modified xsi:type="dcterms:W3CDTF">2025-12-19T04:43:36Z</dcterms:modified>
</cp:coreProperties>
</file>